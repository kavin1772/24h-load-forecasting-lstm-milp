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F253B1-0D4D-406D-B7A8-6969E967ECAD}" v="48" dt="2025-12-01T08:13:34.8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n K" userId="373c55e6d1a30e6e" providerId="LiveId" clId="{9FB5EC47-3030-4192-81D3-D157C5509BEC}"/>
    <pc:docChg chg="undo custSel addSld delSld modSld sldOrd">
      <pc:chgData name="Kavin K" userId="373c55e6d1a30e6e" providerId="LiveId" clId="{9FB5EC47-3030-4192-81D3-D157C5509BEC}" dt="2025-12-01T08:14:12.217" v="240" actId="5793"/>
      <pc:docMkLst>
        <pc:docMk/>
      </pc:docMkLst>
      <pc:sldChg chg="del">
        <pc:chgData name="Kavin K" userId="373c55e6d1a30e6e" providerId="LiveId" clId="{9FB5EC47-3030-4192-81D3-D157C5509BEC}" dt="2025-12-01T08:13:03.671" v="231" actId="2696"/>
        <pc:sldMkLst>
          <pc:docMk/>
          <pc:sldMk cId="3016654891" sldId="256"/>
        </pc:sldMkLst>
      </pc:sldChg>
      <pc:sldChg chg="del">
        <pc:chgData name="Kavin K" userId="373c55e6d1a30e6e" providerId="LiveId" clId="{9FB5EC47-3030-4192-81D3-D157C5509BEC}" dt="2025-12-01T08:13:03.671" v="231" actId="2696"/>
        <pc:sldMkLst>
          <pc:docMk/>
          <pc:sldMk cId="3179372028" sldId="257"/>
        </pc:sldMkLst>
      </pc:sldChg>
      <pc:sldChg chg="del">
        <pc:chgData name="Kavin K" userId="373c55e6d1a30e6e" providerId="LiveId" clId="{9FB5EC47-3030-4192-81D3-D157C5509BEC}" dt="2025-12-01T08:13:03.671" v="231" actId="2696"/>
        <pc:sldMkLst>
          <pc:docMk/>
          <pc:sldMk cId="2853214456" sldId="258"/>
        </pc:sldMkLst>
      </pc:sldChg>
      <pc:sldChg chg="del">
        <pc:chgData name="Kavin K" userId="373c55e6d1a30e6e" providerId="LiveId" clId="{9FB5EC47-3030-4192-81D3-D157C5509BEC}" dt="2025-12-01T08:13:03.671" v="231" actId="2696"/>
        <pc:sldMkLst>
          <pc:docMk/>
          <pc:sldMk cId="245872915" sldId="259"/>
        </pc:sldMkLst>
      </pc:sldChg>
      <pc:sldChg chg="del">
        <pc:chgData name="Kavin K" userId="373c55e6d1a30e6e" providerId="LiveId" clId="{9FB5EC47-3030-4192-81D3-D157C5509BEC}" dt="2025-12-01T08:13:03.671" v="231" actId="2696"/>
        <pc:sldMkLst>
          <pc:docMk/>
          <pc:sldMk cId="1448955913" sldId="260"/>
        </pc:sldMkLst>
      </pc:sldChg>
      <pc:sldChg chg="modSp del mod">
        <pc:chgData name="Kavin K" userId="373c55e6d1a30e6e" providerId="LiveId" clId="{9FB5EC47-3030-4192-81D3-D157C5509BEC}" dt="2025-12-01T08:13:03.671" v="231" actId="2696"/>
        <pc:sldMkLst>
          <pc:docMk/>
          <pc:sldMk cId="1499053119" sldId="261"/>
        </pc:sldMkLst>
        <pc:spChg chg="mod">
          <ac:chgData name="Kavin K" userId="373c55e6d1a30e6e" providerId="LiveId" clId="{9FB5EC47-3030-4192-81D3-D157C5509BEC}" dt="2025-12-01T08:12:27.405" v="230" actId="20577"/>
          <ac:spMkLst>
            <pc:docMk/>
            <pc:sldMk cId="1499053119" sldId="261"/>
            <ac:spMk id="4" creationId="{F9A7BE28-779C-724F-EAC7-895D5E85226C}"/>
          </ac:spMkLst>
        </pc:spChg>
      </pc:sldChg>
      <pc:sldChg chg="modSp new mod ord">
        <pc:chgData name="Kavin K" userId="373c55e6d1a30e6e" providerId="LiveId" clId="{9FB5EC47-3030-4192-81D3-D157C5509BEC}" dt="2025-12-01T08:11:51.594" v="225" actId="9"/>
        <pc:sldMkLst>
          <pc:docMk/>
          <pc:sldMk cId="3256162711" sldId="262"/>
        </pc:sldMkLst>
        <pc:spChg chg="mod">
          <ac:chgData name="Kavin K" userId="373c55e6d1a30e6e" providerId="LiveId" clId="{9FB5EC47-3030-4192-81D3-D157C5509BEC}" dt="2025-12-01T07:55:31.086" v="3"/>
          <ac:spMkLst>
            <pc:docMk/>
            <pc:sldMk cId="3256162711" sldId="262"/>
            <ac:spMk id="2" creationId="{B774F357-10F0-26D9-CC9A-BD7FAC1BE2CB}"/>
          </ac:spMkLst>
        </pc:spChg>
        <pc:spChg chg="mod">
          <ac:chgData name="Kavin K" userId="373c55e6d1a30e6e" providerId="LiveId" clId="{9FB5EC47-3030-4192-81D3-D157C5509BEC}" dt="2025-12-01T08:11:51.594" v="225" actId="9"/>
          <ac:spMkLst>
            <pc:docMk/>
            <pc:sldMk cId="3256162711" sldId="262"/>
            <ac:spMk id="3" creationId="{147F1E03-EE74-9D11-ADDF-AFF1F8154335}"/>
          </ac:spMkLst>
        </pc:spChg>
      </pc:sldChg>
      <pc:sldChg chg="modSp new mod">
        <pc:chgData name="Kavin K" userId="373c55e6d1a30e6e" providerId="LiveId" clId="{9FB5EC47-3030-4192-81D3-D157C5509BEC}" dt="2025-12-01T08:11:43.802" v="223" actId="27636"/>
        <pc:sldMkLst>
          <pc:docMk/>
          <pc:sldMk cId="47648782" sldId="263"/>
        </pc:sldMkLst>
        <pc:spChg chg="mod">
          <ac:chgData name="Kavin K" userId="373c55e6d1a30e6e" providerId="LiveId" clId="{9FB5EC47-3030-4192-81D3-D157C5509BEC}" dt="2025-12-01T07:55:49.998" v="7"/>
          <ac:spMkLst>
            <pc:docMk/>
            <pc:sldMk cId="47648782" sldId="263"/>
            <ac:spMk id="2" creationId="{19D2EF24-0270-C089-5835-89813E2C32DE}"/>
          </ac:spMkLst>
        </pc:spChg>
        <pc:spChg chg="mod">
          <ac:chgData name="Kavin K" userId="373c55e6d1a30e6e" providerId="LiveId" clId="{9FB5EC47-3030-4192-81D3-D157C5509BEC}" dt="2025-12-01T08:11:43.802" v="223" actId="27636"/>
          <ac:spMkLst>
            <pc:docMk/>
            <pc:sldMk cId="47648782" sldId="263"/>
            <ac:spMk id="3" creationId="{2058DD25-2311-24E2-EDF0-CEB981142A61}"/>
          </ac:spMkLst>
        </pc:spChg>
      </pc:sldChg>
      <pc:sldChg chg="modSp new mod">
        <pc:chgData name="Kavin K" userId="373c55e6d1a30e6e" providerId="LiveId" clId="{9FB5EC47-3030-4192-81D3-D157C5509BEC}" dt="2025-12-01T08:11:37.374" v="221" actId="27636"/>
        <pc:sldMkLst>
          <pc:docMk/>
          <pc:sldMk cId="3584826457" sldId="264"/>
        </pc:sldMkLst>
        <pc:spChg chg="mod">
          <ac:chgData name="Kavin K" userId="373c55e6d1a30e6e" providerId="LiveId" clId="{9FB5EC47-3030-4192-81D3-D157C5509BEC}" dt="2025-12-01T07:56:08.194" v="11"/>
          <ac:spMkLst>
            <pc:docMk/>
            <pc:sldMk cId="3584826457" sldId="264"/>
            <ac:spMk id="2" creationId="{D79CCCF2-4FAB-D918-5429-8348B25F727B}"/>
          </ac:spMkLst>
        </pc:spChg>
        <pc:spChg chg="mod">
          <ac:chgData name="Kavin K" userId="373c55e6d1a30e6e" providerId="LiveId" clId="{9FB5EC47-3030-4192-81D3-D157C5509BEC}" dt="2025-12-01T08:11:37.374" v="221" actId="27636"/>
          <ac:spMkLst>
            <pc:docMk/>
            <pc:sldMk cId="3584826457" sldId="264"/>
            <ac:spMk id="3" creationId="{D5DE6C5C-2FBA-D9DB-6C50-AAFA109EA45F}"/>
          </ac:spMkLst>
        </pc:spChg>
      </pc:sldChg>
      <pc:sldChg chg="modSp new mod">
        <pc:chgData name="Kavin K" userId="373c55e6d1a30e6e" providerId="LiveId" clId="{9FB5EC47-3030-4192-81D3-D157C5509BEC}" dt="2025-12-01T08:11:30.238" v="219" actId="27636"/>
        <pc:sldMkLst>
          <pc:docMk/>
          <pc:sldMk cId="2470623911" sldId="265"/>
        </pc:sldMkLst>
        <pc:spChg chg="mod">
          <ac:chgData name="Kavin K" userId="373c55e6d1a30e6e" providerId="LiveId" clId="{9FB5EC47-3030-4192-81D3-D157C5509BEC}" dt="2025-12-01T07:56:26.778" v="15"/>
          <ac:spMkLst>
            <pc:docMk/>
            <pc:sldMk cId="2470623911" sldId="265"/>
            <ac:spMk id="2" creationId="{D0C67FFC-E239-1FB3-0767-8077972E0470}"/>
          </ac:spMkLst>
        </pc:spChg>
        <pc:spChg chg="mod">
          <ac:chgData name="Kavin K" userId="373c55e6d1a30e6e" providerId="LiveId" clId="{9FB5EC47-3030-4192-81D3-D157C5509BEC}" dt="2025-12-01T08:11:30.238" v="219" actId="27636"/>
          <ac:spMkLst>
            <pc:docMk/>
            <pc:sldMk cId="2470623911" sldId="265"/>
            <ac:spMk id="3" creationId="{2F4C66C3-FA7F-ACE3-402F-B78A4046E2FC}"/>
          </ac:spMkLst>
        </pc:spChg>
      </pc:sldChg>
      <pc:sldChg chg="modSp new mod">
        <pc:chgData name="Kavin K" userId="373c55e6d1a30e6e" providerId="LiveId" clId="{9FB5EC47-3030-4192-81D3-D157C5509BEC}" dt="2025-12-01T08:11:24.795" v="217" actId="27636"/>
        <pc:sldMkLst>
          <pc:docMk/>
          <pc:sldMk cId="3622243343" sldId="266"/>
        </pc:sldMkLst>
        <pc:spChg chg="mod">
          <ac:chgData name="Kavin K" userId="373c55e6d1a30e6e" providerId="LiveId" clId="{9FB5EC47-3030-4192-81D3-D157C5509BEC}" dt="2025-12-01T08:11:20.060" v="215" actId="113"/>
          <ac:spMkLst>
            <pc:docMk/>
            <pc:sldMk cId="3622243343" sldId="266"/>
            <ac:spMk id="2" creationId="{B8B15C3F-27B2-EA12-4918-1316D785F968}"/>
          </ac:spMkLst>
        </pc:spChg>
        <pc:spChg chg="mod">
          <ac:chgData name="Kavin K" userId="373c55e6d1a30e6e" providerId="LiveId" clId="{9FB5EC47-3030-4192-81D3-D157C5509BEC}" dt="2025-12-01T08:11:24.795" v="217" actId="27636"/>
          <ac:spMkLst>
            <pc:docMk/>
            <pc:sldMk cId="3622243343" sldId="266"/>
            <ac:spMk id="3" creationId="{7D9E8646-C09F-D20E-EB1E-F0054DCBE4E0}"/>
          </ac:spMkLst>
        </pc:spChg>
      </pc:sldChg>
      <pc:sldChg chg="modSp new mod">
        <pc:chgData name="Kavin K" userId="373c55e6d1a30e6e" providerId="LiveId" clId="{9FB5EC47-3030-4192-81D3-D157C5509BEC}" dt="2025-12-01T08:11:11.314" v="214" actId="27636"/>
        <pc:sldMkLst>
          <pc:docMk/>
          <pc:sldMk cId="4261155434" sldId="267"/>
        </pc:sldMkLst>
        <pc:spChg chg="mod">
          <ac:chgData name="Kavin K" userId="373c55e6d1a30e6e" providerId="LiveId" clId="{9FB5EC47-3030-4192-81D3-D157C5509BEC}" dt="2025-12-01T07:57:10.973" v="25"/>
          <ac:spMkLst>
            <pc:docMk/>
            <pc:sldMk cId="4261155434" sldId="267"/>
            <ac:spMk id="2" creationId="{AD67A720-6AE2-A066-C433-5083E1AF188C}"/>
          </ac:spMkLst>
        </pc:spChg>
        <pc:spChg chg="mod">
          <ac:chgData name="Kavin K" userId="373c55e6d1a30e6e" providerId="LiveId" clId="{9FB5EC47-3030-4192-81D3-D157C5509BEC}" dt="2025-12-01T08:11:11.314" v="214" actId="27636"/>
          <ac:spMkLst>
            <pc:docMk/>
            <pc:sldMk cId="4261155434" sldId="267"/>
            <ac:spMk id="3" creationId="{8AC90121-FCF0-E567-CD78-2ECE4748C406}"/>
          </ac:spMkLst>
        </pc:spChg>
      </pc:sldChg>
      <pc:sldChg chg="addSp delSp modSp new mod">
        <pc:chgData name="Kavin K" userId="373c55e6d1a30e6e" providerId="LiveId" clId="{9FB5EC47-3030-4192-81D3-D157C5509BEC}" dt="2025-12-01T08:11:05.626" v="212" actId="1076"/>
        <pc:sldMkLst>
          <pc:docMk/>
          <pc:sldMk cId="1116317469" sldId="268"/>
        </pc:sldMkLst>
        <pc:spChg chg="mod">
          <ac:chgData name="Kavin K" userId="373c55e6d1a30e6e" providerId="LiveId" clId="{9FB5EC47-3030-4192-81D3-D157C5509BEC}" dt="2025-12-01T07:57:27.877" v="29"/>
          <ac:spMkLst>
            <pc:docMk/>
            <pc:sldMk cId="1116317469" sldId="268"/>
            <ac:spMk id="2" creationId="{59634F4E-16D7-7F95-C636-85796B0AC862}"/>
          </ac:spMkLst>
        </pc:spChg>
        <pc:spChg chg="del">
          <ac:chgData name="Kavin K" userId="373c55e6d1a30e6e" providerId="LiveId" clId="{9FB5EC47-3030-4192-81D3-D157C5509BEC}" dt="2025-12-01T07:57:40.365" v="30"/>
          <ac:spMkLst>
            <pc:docMk/>
            <pc:sldMk cId="1116317469" sldId="268"/>
            <ac:spMk id="3" creationId="{5E594BB0-AB55-0F9D-BADF-82AD37DB7CEF}"/>
          </ac:spMkLst>
        </pc:spChg>
        <pc:spChg chg="add mod">
          <ac:chgData name="Kavin K" userId="373c55e6d1a30e6e" providerId="LiveId" clId="{9FB5EC47-3030-4192-81D3-D157C5509BEC}" dt="2025-12-01T08:11:05.626" v="212" actId="1076"/>
          <ac:spMkLst>
            <pc:docMk/>
            <pc:sldMk cId="1116317469" sldId="268"/>
            <ac:spMk id="6" creationId="{8EC2829B-77E6-1234-AE35-1D4358F5EE1D}"/>
          </ac:spMkLst>
        </pc:spChg>
        <pc:graphicFrameChg chg="add mod modGraphic">
          <ac:chgData name="Kavin K" userId="373c55e6d1a30e6e" providerId="LiveId" clId="{9FB5EC47-3030-4192-81D3-D157C5509BEC}" dt="2025-12-01T08:10:59.144" v="210" actId="14100"/>
          <ac:graphicFrameMkLst>
            <pc:docMk/>
            <pc:sldMk cId="1116317469" sldId="268"/>
            <ac:graphicFrameMk id="4" creationId="{E10C3DD4-1008-1E79-8754-F46405B470E1}"/>
          </ac:graphicFrameMkLst>
        </pc:graphicFrameChg>
      </pc:sldChg>
      <pc:sldChg chg="modSp new mod">
        <pc:chgData name="Kavin K" userId="373c55e6d1a30e6e" providerId="LiveId" clId="{9FB5EC47-3030-4192-81D3-D157C5509BEC}" dt="2025-12-01T08:10:40.548" v="208" actId="27636"/>
        <pc:sldMkLst>
          <pc:docMk/>
          <pc:sldMk cId="3341412501" sldId="269"/>
        </pc:sldMkLst>
        <pc:spChg chg="mod">
          <ac:chgData name="Kavin K" userId="373c55e6d1a30e6e" providerId="LiveId" clId="{9FB5EC47-3030-4192-81D3-D157C5509BEC}" dt="2025-12-01T07:59:18.176" v="43"/>
          <ac:spMkLst>
            <pc:docMk/>
            <pc:sldMk cId="3341412501" sldId="269"/>
            <ac:spMk id="2" creationId="{2B985165-DE1D-5F96-C104-EA30483AA75E}"/>
          </ac:spMkLst>
        </pc:spChg>
        <pc:spChg chg="mod">
          <ac:chgData name="Kavin K" userId="373c55e6d1a30e6e" providerId="LiveId" clId="{9FB5EC47-3030-4192-81D3-D157C5509BEC}" dt="2025-12-01T08:10:40.548" v="208" actId="27636"/>
          <ac:spMkLst>
            <pc:docMk/>
            <pc:sldMk cId="3341412501" sldId="269"/>
            <ac:spMk id="3" creationId="{52378480-51B3-BD31-1176-64FBE128E7B1}"/>
          </ac:spMkLst>
        </pc:spChg>
      </pc:sldChg>
      <pc:sldChg chg="addSp modSp new mod">
        <pc:chgData name="Kavin K" userId="373c55e6d1a30e6e" providerId="LiveId" clId="{9FB5EC47-3030-4192-81D3-D157C5509BEC}" dt="2025-12-01T08:06:57.248" v="158" actId="1076"/>
        <pc:sldMkLst>
          <pc:docMk/>
          <pc:sldMk cId="3158851321" sldId="270"/>
        </pc:sldMkLst>
        <pc:spChg chg="mod">
          <ac:chgData name="Kavin K" userId="373c55e6d1a30e6e" providerId="LiveId" clId="{9FB5EC47-3030-4192-81D3-D157C5509BEC}" dt="2025-12-01T07:59:36.394" v="47"/>
          <ac:spMkLst>
            <pc:docMk/>
            <pc:sldMk cId="3158851321" sldId="270"/>
            <ac:spMk id="2" creationId="{72AE0C06-234C-29A5-887C-2B7142AE8672}"/>
          </ac:spMkLst>
        </pc:spChg>
        <pc:spChg chg="mod">
          <ac:chgData name="Kavin K" userId="373c55e6d1a30e6e" providerId="LiveId" clId="{9FB5EC47-3030-4192-81D3-D157C5509BEC}" dt="2025-12-01T08:06:51.206" v="156" actId="27636"/>
          <ac:spMkLst>
            <pc:docMk/>
            <pc:sldMk cId="3158851321" sldId="270"/>
            <ac:spMk id="3" creationId="{E4AD1BD3-DED4-4735-8073-F09BAAD45400}"/>
          </ac:spMkLst>
        </pc:spChg>
        <pc:picChg chg="add mod">
          <ac:chgData name="Kavin K" userId="373c55e6d1a30e6e" providerId="LiveId" clId="{9FB5EC47-3030-4192-81D3-D157C5509BEC}" dt="2025-12-01T08:06:57.248" v="158" actId="1076"/>
          <ac:picMkLst>
            <pc:docMk/>
            <pc:sldMk cId="3158851321" sldId="270"/>
            <ac:picMk id="5" creationId="{D31DB695-81C1-AB2A-5077-CFB6F191AB13}"/>
          </ac:picMkLst>
        </pc:picChg>
      </pc:sldChg>
      <pc:sldChg chg="modSp new mod">
        <pc:chgData name="Kavin K" userId="373c55e6d1a30e6e" providerId="LiveId" clId="{9FB5EC47-3030-4192-81D3-D157C5509BEC}" dt="2025-12-01T08:07:49.078" v="173" actId="5793"/>
        <pc:sldMkLst>
          <pc:docMk/>
          <pc:sldMk cId="2336470619" sldId="271"/>
        </pc:sldMkLst>
        <pc:spChg chg="mod">
          <ac:chgData name="Kavin K" userId="373c55e6d1a30e6e" providerId="LiveId" clId="{9FB5EC47-3030-4192-81D3-D157C5509BEC}" dt="2025-12-01T07:59:54.203" v="50"/>
          <ac:spMkLst>
            <pc:docMk/>
            <pc:sldMk cId="2336470619" sldId="271"/>
            <ac:spMk id="2" creationId="{DEAF25A8-BF5B-DB22-E59D-4ED0D65057E3}"/>
          </ac:spMkLst>
        </pc:spChg>
        <pc:spChg chg="mod">
          <ac:chgData name="Kavin K" userId="373c55e6d1a30e6e" providerId="LiveId" clId="{9FB5EC47-3030-4192-81D3-D157C5509BEC}" dt="2025-12-01T08:07:49.078" v="173" actId="5793"/>
          <ac:spMkLst>
            <pc:docMk/>
            <pc:sldMk cId="2336470619" sldId="271"/>
            <ac:spMk id="3" creationId="{24B87CB7-7307-9683-1585-1064C49FEA15}"/>
          </ac:spMkLst>
        </pc:spChg>
      </pc:sldChg>
      <pc:sldChg chg="addSp modSp new mod">
        <pc:chgData name="Kavin K" userId="373c55e6d1a30e6e" providerId="LiveId" clId="{9FB5EC47-3030-4192-81D3-D157C5509BEC}" dt="2025-12-01T08:10:20.351" v="206" actId="1076"/>
        <pc:sldMkLst>
          <pc:docMk/>
          <pc:sldMk cId="4081130038" sldId="272"/>
        </pc:sldMkLst>
        <pc:spChg chg="mod">
          <ac:chgData name="Kavin K" userId="373c55e6d1a30e6e" providerId="LiveId" clId="{9FB5EC47-3030-4192-81D3-D157C5509BEC}" dt="2025-12-01T08:00:10.807" v="54"/>
          <ac:spMkLst>
            <pc:docMk/>
            <pc:sldMk cId="4081130038" sldId="272"/>
            <ac:spMk id="2" creationId="{B1A9C3AF-65BD-EAC2-1D96-1666BA580AC8}"/>
          </ac:spMkLst>
        </pc:spChg>
        <pc:spChg chg="mod">
          <ac:chgData name="Kavin K" userId="373c55e6d1a30e6e" providerId="LiveId" clId="{9FB5EC47-3030-4192-81D3-D157C5509BEC}" dt="2025-12-01T08:10:09.399" v="201" actId="20577"/>
          <ac:spMkLst>
            <pc:docMk/>
            <pc:sldMk cId="4081130038" sldId="272"/>
            <ac:spMk id="3" creationId="{198F47F5-348E-34BC-5944-BD229C08091A}"/>
          </ac:spMkLst>
        </pc:spChg>
        <pc:picChg chg="add mod">
          <ac:chgData name="Kavin K" userId="373c55e6d1a30e6e" providerId="LiveId" clId="{9FB5EC47-3030-4192-81D3-D157C5509BEC}" dt="2025-12-01T08:10:20.351" v="206" actId="1076"/>
          <ac:picMkLst>
            <pc:docMk/>
            <pc:sldMk cId="4081130038" sldId="272"/>
            <ac:picMk id="5" creationId="{53B5DFFB-9A56-CA76-8B95-B008413463D5}"/>
          </ac:picMkLst>
        </pc:picChg>
      </pc:sldChg>
      <pc:sldChg chg="addSp modSp new mod">
        <pc:chgData name="Kavin K" userId="373c55e6d1a30e6e" providerId="LiveId" clId="{9FB5EC47-3030-4192-81D3-D157C5509BEC}" dt="2025-12-01T08:09:43.428" v="197" actId="1076"/>
        <pc:sldMkLst>
          <pc:docMk/>
          <pc:sldMk cId="2413287585" sldId="273"/>
        </pc:sldMkLst>
        <pc:spChg chg="mod">
          <ac:chgData name="Kavin K" userId="373c55e6d1a30e6e" providerId="LiveId" clId="{9FB5EC47-3030-4192-81D3-D157C5509BEC}" dt="2025-12-01T08:00:30.669" v="58"/>
          <ac:spMkLst>
            <pc:docMk/>
            <pc:sldMk cId="2413287585" sldId="273"/>
            <ac:spMk id="2" creationId="{7F09C2E2-4CE6-E77F-4009-D8723CB5AAA0}"/>
          </ac:spMkLst>
        </pc:spChg>
        <pc:spChg chg="mod">
          <ac:chgData name="Kavin K" userId="373c55e6d1a30e6e" providerId="LiveId" clId="{9FB5EC47-3030-4192-81D3-D157C5509BEC}" dt="2025-12-01T08:08:59.253" v="187" actId="27636"/>
          <ac:spMkLst>
            <pc:docMk/>
            <pc:sldMk cId="2413287585" sldId="273"/>
            <ac:spMk id="3" creationId="{B3D04017-BFDF-7C4A-CF32-97C6725D38A2}"/>
          </ac:spMkLst>
        </pc:spChg>
        <pc:picChg chg="add mod modCrop">
          <ac:chgData name="Kavin K" userId="373c55e6d1a30e6e" providerId="LiveId" clId="{9FB5EC47-3030-4192-81D3-D157C5509BEC}" dt="2025-12-01T08:09:33.890" v="195" actId="1076"/>
          <ac:picMkLst>
            <pc:docMk/>
            <pc:sldMk cId="2413287585" sldId="273"/>
            <ac:picMk id="5" creationId="{3F23A9F4-38AF-AD82-CFF0-9FED0E1B5AB6}"/>
          </ac:picMkLst>
        </pc:picChg>
        <pc:picChg chg="add mod">
          <ac:chgData name="Kavin K" userId="373c55e6d1a30e6e" providerId="LiveId" clId="{9FB5EC47-3030-4192-81D3-D157C5509BEC}" dt="2025-12-01T08:09:41.245" v="196" actId="1076"/>
          <ac:picMkLst>
            <pc:docMk/>
            <pc:sldMk cId="2413287585" sldId="273"/>
            <ac:picMk id="7" creationId="{8E885E85-BD41-AF48-E177-B1DCD876EB34}"/>
          </ac:picMkLst>
        </pc:picChg>
        <pc:picChg chg="add mod">
          <ac:chgData name="Kavin K" userId="373c55e6d1a30e6e" providerId="LiveId" clId="{9FB5EC47-3030-4192-81D3-D157C5509BEC}" dt="2025-12-01T08:09:43.428" v="197" actId="1076"/>
          <ac:picMkLst>
            <pc:docMk/>
            <pc:sldMk cId="2413287585" sldId="273"/>
            <ac:picMk id="9" creationId="{4B6D698E-345D-7D28-7EF7-6C98A3C39109}"/>
          </ac:picMkLst>
        </pc:picChg>
      </pc:sldChg>
      <pc:sldChg chg="modSp new mod">
        <pc:chgData name="Kavin K" userId="373c55e6d1a30e6e" providerId="LiveId" clId="{9FB5EC47-3030-4192-81D3-D157C5509BEC}" dt="2025-12-01T08:08:15.044" v="181" actId="5793"/>
        <pc:sldMkLst>
          <pc:docMk/>
          <pc:sldMk cId="676928087" sldId="274"/>
        </pc:sldMkLst>
        <pc:spChg chg="mod">
          <ac:chgData name="Kavin K" userId="373c55e6d1a30e6e" providerId="LiveId" clId="{9FB5EC47-3030-4192-81D3-D157C5509BEC}" dt="2025-12-01T08:00:50.080" v="63"/>
          <ac:spMkLst>
            <pc:docMk/>
            <pc:sldMk cId="676928087" sldId="274"/>
            <ac:spMk id="2" creationId="{91AF6ED8-C2BF-2D67-F015-C5BD53B6481D}"/>
          </ac:spMkLst>
        </pc:spChg>
        <pc:spChg chg="mod">
          <ac:chgData name="Kavin K" userId="373c55e6d1a30e6e" providerId="LiveId" clId="{9FB5EC47-3030-4192-81D3-D157C5509BEC}" dt="2025-12-01T08:08:15.044" v="181" actId="5793"/>
          <ac:spMkLst>
            <pc:docMk/>
            <pc:sldMk cId="676928087" sldId="274"/>
            <ac:spMk id="3" creationId="{3DC10D07-412F-408A-5F1E-E9B1269CE22C}"/>
          </ac:spMkLst>
        </pc:spChg>
      </pc:sldChg>
      <pc:sldChg chg="modSp new mod">
        <pc:chgData name="Kavin K" userId="373c55e6d1a30e6e" providerId="LiveId" clId="{9FB5EC47-3030-4192-81D3-D157C5509BEC}" dt="2025-12-01T08:08:07.062" v="177" actId="14100"/>
        <pc:sldMkLst>
          <pc:docMk/>
          <pc:sldMk cId="1761146584" sldId="275"/>
        </pc:sldMkLst>
        <pc:spChg chg="mod">
          <ac:chgData name="Kavin K" userId="373c55e6d1a30e6e" providerId="LiveId" clId="{9FB5EC47-3030-4192-81D3-D157C5509BEC}" dt="2025-12-01T08:01:05.109" v="67"/>
          <ac:spMkLst>
            <pc:docMk/>
            <pc:sldMk cId="1761146584" sldId="275"/>
            <ac:spMk id="2" creationId="{FDCB8DF3-383E-4A94-523A-454ED8AC685C}"/>
          </ac:spMkLst>
        </pc:spChg>
        <pc:spChg chg="mod">
          <ac:chgData name="Kavin K" userId="373c55e6d1a30e6e" providerId="LiveId" clId="{9FB5EC47-3030-4192-81D3-D157C5509BEC}" dt="2025-12-01T08:08:07.062" v="177" actId="14100"/>
          <ac:spMkLst>
            <pc:docMk/>
            <pc:sldMk cId="1761146584" sldId="275"/>
            <ac:spMk id="3" creationId="{FBBDC059-2AB4-A47B-0C67-15A77213EEB6}"/>
          </ac:spMkLst>
        </pc:spChg>
      </pc:sldChg>
      <pc:sldChg chg="modSp new mod">
        <pc:chgData name="Kavin K" userId="373c55e6d1a30e6e" providerId="LiveId" clId="{9FB5EC47-3030-4192-81D3-D157C5509BEC}" dt="2025-12-01T08:07:59.986" v="175" actId="14100"/>
        <pc:sldMkLst>
          <pc:docMk/>
          <pc:sldMk cId="3596444438" sldId="276"/>
        </pc:sldMkLst>
        <pc:spChg chg="mod">
          <ac:chgData name="Kavin K" userId="373c55e6d1a30e6e" providerId="LiveId" clId="{9FB5EC47-3030-4192-81D3-D157C5509BEC}" dt="2025-12-01T08:01:17.896" v="70"/>
          <ac:spMkLst>
            <pc:docMk/>
            <pc:sldMk cId="3596444438" sldId="276"/>
            <ac:spMk id="2" creationId="{76BED928-9696-94B2-73B5-789A295D51E9}"/>
          </ac:spMkLst>
        </pc:spChg>
        <pc:spChg chg="mod">
          <ac:chgData name="Kavin K" userId="373c55e6d1a30e6e" providerId="LiveId" clId="{9FB5EC47-3030-4192-81D3-D157C5509BEC}" dt="2025-12-01T08:07:59.986" v="175" actId="14100"/>
          <ac:spMkLst>
            <pc:docMk/>
            <pc:sldMk cId="3596444438" sldId="276"/>
            <ac:spMk id="3" creationId="{CE0E9C2C-4829-0EB4-792D-693ADAEDED76}"/>
          </ac:spMkLst>
        </pc:spChg>
      </pc:sldChg>
      <pc:sldChg chg="delSp modSp new mod">
        <pc:chgData name="Kavin K" userId="373c55e6d1a30e6e" providerId="LiveId" clId="{9FB5EC47-3030-4192-81D3-D157C5509BEC}" dt="2025-12-01T08:02:05.395" v="80" actId="1076"/>
        <pc:sldMkLst>
          <pc:docMk/>
          <pc:sldMk cId="3988127299" sldId="277"/>
        </pc:sldMkLst>
        <pc:spChg chg="mod">
          <ac:chgData name="Kavin K" userId="373c55e6d1a30e6e" providerId="LiveId" clId="{9FB5EC47-3030-4192-81D3-D157C5509BEC}" dt="2025-12-01T08:02:05.395" v="80" actId="1076"/>
          <ac:spMkLst>
            <pc:docMk/>
            <pc:sldMk cId="3988127299" sldId="277"/>
            <ac:spMk id="2" creationId="{371AC556-E774-993C-ED58-D185F6C40527}"/>
          </ac:spMkLst>
        </pc:spChg>
        <pc:spChg chg="del">
          <ac:chgData name="Kavin K" userId="373c55e6d1a30e6e" providerId="LiveId" clId="{9FB5EC47-3030-4192-81D3-D157C5509BEC}" dt="2025-12-01T08:01:41.528" v="74" actId="478"/>
          <ac:spMkLst>
            <pc:docMk/>
            <pc:sldMk cId="3988127299" sldId="277"/>
            <ac:spMk id="3" creationId="{E3318F11-67CB-92B9-1126-51F39E4FABED}"/>
          </ac:spMkLst>
        </pc:spChg>
      </pc:sldChg>
      <pc:sldChg chg="modSp new mod ord">
        <pc:chgData name="Kavin K" userId="373c55e6d1a30e6e" providerId="LiveId" clId="{9FB5EC47-3030-4192-81D3-D157C5509BEC}" dt="2025-12-01T08:14:12.217" v="240" actId="5793"/>
        <pc:sldMkLst>
          <pc:docMk/>
          <pc:sldMk cId="720843565" sldId="278"/>
        </pc:sldMkLst>
        <pc:spChg chg="mod">
          <ac:chgData name="Kavin K" userId="373c55e6d1a30e6e" providerId="LiveId" clId="{9FB5EC47-3030-4192-81D3-D157C5509BEC}" dt="2025-12-01T08:13:30.936" v="235"/>
          <ac:spMkLst>
            <pc:docMk/>
            <pc:sldMk cId="720843565" sldId="278"/>
            <ac:spMk id="2" creationId="{81782BB4-7BCF-98BC-3547-C158EDD0BE3B}"/>
          </ac:spMkLst>
        </pc:spChg>
        <pc:spChg chg="mod">
          <ac:chgData name="Kavin K" userId="373c55e6d1a30e6e" providerId="LiveId" clId="{9FB5EC47-3030-4192-81D3-D157C5509BEC}" dt="2025-12-01T08:14:12.217" v="240" actId="5793"/>
          <ac:spMkLst>
            <pc:docMk/>
            <pc:sldMk cId="720843565" sldId="278"/>
            <ac:spMk id="3" creationId="{F6DBC822-8B37-D70E-CECA-D85E7BB1603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9ACE0D-6996-4AEC-9068-89D058A3ECB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C71607-3A4A-43BA-9F4C-FD81B25DB84B}">
      <dgm:prSet phldrT="[Text]"/>
      <dgm:spPr/>
      <dgm:t>
        <a:bodyPr/>
        <a:lstStyle/>
        <a:p>
          <a:pPr>
            <a:buNone/>
          </a:pPr>
          <a:r>
            <a:rPr lang="en-US" dirty="0"/>
            <a:t>Raw Data </a:t>
          </a:r>
        </a:p>
      </dgm:t>
    </dgm:pt>
    <dgm:pt modelId="{2A0831A9-CB97-44E2-B3B4-E8BAE8A844D7}" type="parTrans" cxnId="{C7ED7DE2-B8BE-4B08-ABCE-7E93EB74A47F}">
      <dgm:prSet/>
      <dgm:spPr/>
      <dgm:t>
        <a:bodyPr/>
        <a:lstStyle/>
        <a:p>
          <a:endParaRPr lang="en-US"/>
        </a:p>
      </dgm:t>
    </dgm:pt>
    <dgm:pt modelId="{28B1D425-A847-4CDA-9D56-DE872B34F7A5}" type="sibTrans" cxnId="{C7ED7DE2-B8BE-4B08-ABCE-7E93EB74A47F}">
      <dgm:prSet/>
      <dgm:spPr/>
      <dgm:t>
        <a:bodyPr/>
        <a:lstStyle/>
        <a:p>
          <a:endParaRPr lang="en-US"/>
        </a:p>
      </dgm:t>
    </dgm:pt>
    <dgm:pt modelId="{5ED93438-8572-4598-914E-CC22AEFC6259}">
      <dgm:prSet phldrT="[Text]"/>
      <dgm:spPr/>
      <dgm:t>
        <a:bodyPr/>
        <a:lstStyle/>
        <a:p>
          <a:pPr>
            <a:buNone/>
          </a:pPr>
          <a:r>
            <a:rPr lang="en-US" dirty="0"/>
            <a:t>Train LSTM Forecast Model </a:t>
          </a:r>
        </a:p>
      </dgm:t>
    </dgm:pt>
    <dgm:pt modelId="{3B9A2242-6D20-41E0-BAB8-38AE46FA519E}" type="parTrans" cxnId="{89DE68CE-412C-49CC-9D6C-6FF8FE79ED20}">
      <dgm:prSet/>
      <dgm:spPr/>
      <dgm:t>
        <a:bodyPr/>
        <a:lstStyle/>
        <a:p>
          <a:endParaRPr lang="en-US"/>
        </a:p>
      </dgm:t>
    </dgm:pt>
    <dgm:pt modelId="{74D4CA35-23D5-49D9-8388-2E761AB4F4A0}" type="sibTrans" cxnId="{89DE68CE-412C-49CC-9D6C-6FF8FE79ED20}">
      <dgm:prSet/>
      <dgm:spPr/>
      <dgm:t>
        <a:bodyPr/>
        <a:lstStyle/>
        <a:p>
          <a:endParaRPr lang="en-US"/>
        </a:p>
      </dgm:t>
    </dgm:pt>
    <dgm:pt modelId="{4BA1914D-8E03-4487-AE20-AFFEE9E6666A}">
      <dgm:prSet/>
      <dgm:spPr/>
      <dgm:t>
        <a:bodyPr/>
        <a:lstStyle/>
        <a:p>
          <a:pPr>
            <a:buNone/>
          </a:pPr>
          <a:r>
            <a:rPr lang="en-US" dirty="0"/>
            <a:t>Compute KPIs (Cost, Peak, Savings)</a:t>
          </a:r>
        </a:p>
      </dgm:t>
    </dgm:pt>
    <dgm:pt modelId="{DD1F3AB8-E653-432F-A4B0-77DDECEC0E1C}" type="parTrans" cxnId="{9A93B31F-A207-4A61-9B8E-52B4EEC840F3}">
      <dgm:prSet/>
      <dgm:spPr/>
      <dgm:t>
        <a:bodyPr/>
        <a:lstStyle/>
        <a:p>
          <a:endParaRPr lang="en-US"/>
        </a:p>
      </dgm:t>
    </dgm:pt>
    <dgm:pt modelId="{80086E89-3028-4719-A80D-4EB54884ECF4}" type="sibTrans" cxnId="{9A93B31F-A207-4A61-9B8E-52B4EEC840F3}">
      <dgm:prSet/>
      <dgm:spPr/>
      <dgm:t>
        <a:bodyPr/>
        <a:lstStyle/>
        <a:p>
          <a:endParaRPr lang="en-US"/>
        </a:p>
      </dgm:t>
    </dgm:pt>
    <dgm:pt modelId="{DC6292B2-1B73-4651-834C-9C3409B477E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 MILP Optimization </a:t>
          </a:r>
        </a:p>
      </dgm:t>
    </dgm:pt>
    <dgm:pt modelId="{1F7A1D9D-D15B-438C-996C-B61279D19ED1}" type="parTrans" cxnId="{AA8CBEF3-ED1C-48B6-BC49-E0F2C322D56B}">
      <dgm:prSet/>
      <dgm:spPr/>
      <dgm:t>
        <a:bodyPr/>
        <a:lstStyle/>
        <a:p>
          <a:endParaRPr lang="en-US"/>
        </a:p>
      </dgm:t>
    </dgm:pt>
    <dgm:pt modelId="{45B3AF59-10AA-4B4B-B86A-AF355BF42797}" type="sibTrans" cxnId="{AA8CBEF3-ED1C-48B6-BC49-E0F2C322D56B}">
      <dgm:prSet/>
      <dgm:spPr/>
      <dgm:t>
        <a:bodyPr/>
        <a:lstStyle/>
        <a:p>
          <a:endParaRPr lang="en-US"/>
        </a:p>
      </dgm:t>
    </dgm:pt>
    <dgm:pt modelId="{A0EEECF7-BCF4-4F65-B4D6-5C27F1E45099}">
      <dgm:prSet/>
      <dgm:spPr/>
      <dgm:t>
        <a:bodyPr/>
        <a:lstStyle/>
        <a:p>
          <a:pPr>
            <a:buNone/>
          </a:pPr>
          <a:r>
            <a:rPr lang="en-US" dirty="0"/>
            <a:t>Predict Next 24 Hours </a:t>
          </a:r>
        </a:p>
      </dgm:t>
    </dgm:pt>
    <dgm:pt modelId="{84C24F53-8F19-44B2-81A5-AA3EBD42EEA6}" type="parTrans" cxnId="{E0D6E86C-B128-4D35-A0FE-44BEB967567B}">
      <dgm:prSet/>
      <dgm:spPr/>
      <dgm:t>
        <a:bodyPr/>
        <a:lstStyle/>
        <a:p>
          <a:endParaRPr lang="en-US"/>
        </a:p>
      </dgm:t>
    </dgm:pt>
    <dgm:pt modelId="{6907EC74-00B8-49D0-A420-46588C9D9FB0}" type="sibTrans" cxnId="{E0D6E86C-B128-4D35-A0FE-44BEB967567B}">
      <dgm:prSet/>
      <dgm:spPr/>
      <dgm:t>
        <a:bodyPr/>
        <a:lstStyle/>
        <a:p>
          <a:endParaRPr lang="en-US"/>
        </a:p>
      </dgm:t>
    </dgm:pt>
    <dgm:pt modelId="{E44F388D-3137-4900-AF19-4D0A7AE3657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 Generate Appliance Schedule </a:t>
          </a:r>
        </a:p>
      </dgm:t>
    </dgm:pt>
    <dgm:pt modelId="{3C7B7C59-C395-467D-BD9B-76024F8CEB74}" type="parTrans" cxnId="{2EEEFE5C-1689-4B77-A9DF-92692769E2C0}">
      <dgm:prSet/>
      <dgm:spPr/>
      <dgm:t>
        <a:bodyPr/>
        <a:lstStyle/>
        <a:p>
          <a:endParaRPr lang="en-US"/>
        </a:p>
      </dgm:t>
    </dgm:pt>
    <dgm:pt modelId="{56AC1526-2FBF-4D89-86DC-3FE0DD522CC0}" type="sibTrans" cxnId="{2EEEFE5C-1689-4B77-A9DF-92692769E2C0}">
      <dgm:prSet/>
      <dgm:spPr/>
      <dgm:t>
        <a:bodyPr/>
        <a:lstStyle/>
        <a:p>
          <a:endParaRPr lang="en-US"/>
        </a:p>
      </dgm:t>
    </dgm:pt>
    <dgm:pt modelId="{979FB70E-3912-49C2-87D8-2BA68C45A264}">
      <dgm:prSet phldrT="[Text]"/>
      <dgm:spPr/>
      <dgm:t>
        <a:bodyPr/>
        <a:lstStyle/>
        <a:p>
          <a:pPr>
            <a:buNone/>
          </a:pPr>
          <a:r>
            <a:rPr lang="en-US"/>
            <a:t>Preprocessing &amp; Scaling </a:t>
          </a:r>
          <a:endParaRPr lang="en-US" dirty="0"/>
        </a:p>
      </dgm:t>
    </dgm:pt>
    <dgm:pt modelId="{C484B07D-F030-4FAB-85E3-5D9596DDE4EC}" type="parTrans" cxnId="{A25A348C-B669-44EB-985C-3561A5A5F5C1}">
      <dgm:prSet/>
      <dgm:spPr/>
      <dgm:t>
        <a:bodyPr/>
        <a:lstStyle/>
        <a:p>
          <a:endParaRPr lang="en-US"/>
        </a:p>
      </dgm:t>
    </dgm:pt>
    <dgm:pt modelId="{46FC879F-DFD8-4065-983A-55459B59C14C}" type="sibTrans" cxnId="{A25A348C-B669-44EB-985C-3561A5A5F5C1}">
      <dgm:prSet/>
      <dgm:spPr/>
      <dgm:t>
        <a:bodyPr/>
        <a:lstStyle/>
        <a:p>
          <a:endParaRPr lang="en-US"/>
        </a:p>
      </dgm:t>
    </dgm:pt>
    <dgm:pt modelId="{1270C909-877B-41F9-9D0E-AC822D205472}" type="pres">
      <dgm:prSet presAssocID="{3F9ACE0D-6996-4AEC-9068-89D058A3ECBE}" presName="Name0" presStyleCnt="0">
        <dgm:presLayoutVars>
          <dgm:dir/>
          <dgm:animLvl val="lvl"/>
          <dgm:resizeHandles val="exact"/>
        </dgm:presLayoutVars>
      </dgm:prSet>
      <dgm:spPr/>
    </dgm:pt>
    <dgm:pt modelId="{ACD51289-D6DF-440E-824D-ACC24F8DCCB6}" type="pres">
      <dgm:prSet presAssocID="{19C71607-3A4A-43BA-9F4C-FD81B25DB84B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10F93A76-1BF2-4856-AC83-D7725D169036}" type="pres">
      <dgm:prSet presAssocID="{28B1D425-A847-4CDA-9D56-DE872B34F7A5}" presName="parTxOnlySpace" presStyleCnt="0"/>
      <dgm:spPr/>
    </dgm:pt>
    <dgm:pt modelId="{5674CF68-893B-4FF1-8BFF-62A9D7735653}" type="pres">
      <dgm:prSet presAssocID="{979FB70E-3912-49C2-87D8-2BA68C45A264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00E6D061-0D6A-4EE6-B9E8-56C37AD72C7B}" type="pres">
      <dgm:prSet presAssocID="{46FC879F-DFD8-4065-983A-55459B59C14C}" presName="parTxOnlySpace" presStyleCnt="0"/>
      <dgm:spPr/>
    </dgm:pt>
    <dgm:pt modelId="{87E22F58-BF70-4D7A-AF8D-DF73475508FE}" type="pres">
      <dgm:prSet presAssocID="{5ED93438-8572-4598-914E-CC22AEFC6259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DB3008E1-3099-4519-85A0-82024077BDE3}" type="pres">
      <dgm:prSet presAssocID="{74D4CA35-23D5-49D9-8388-2E761AB4F4A0}" presName="parTxOnlySpace" presStyleCnt="0"/>
      <dgm:spPr/>
    </dgm:pt>
    <dgm:pt modelId="{9B2FC699-101F-47EE-9B24-646DBA18FD59}" type="pres">
      <dgm:prSet presAssocID="{A0EEECF7-BCF4-4F65-B4D6-5C27F1E45099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FDBEF75B-7EFE-4455-92AA-C9B4D10B151D}" type="pres">
      <dgm:prSet presAssocID="{6907EC74-00B8-49D0-A420-46588C9D9FB0}" presName="parTxOnlySpace" presStyleCnt="0"/>
      <dgm:spPr/>
    </dgm:pt>
    <dgm:pt modelId="{7D170430-1AEB-49AE-8936-44B7C7F5802A}" type="pres">
      <dgm:prSet presAssocID="{DC6292B2-1B73-4651-834C-9C3409B477E4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43221C7-0524-4FDC-BA4F-5A8A16A622EA}" type="pres">
      <dgm:prSet presAssocID="{45B3AF59-10AA-4B4B-B86A-AF355BF42797}" presName="parTxOnlySpace" presStyleCnt="0"/>
      <dgm:spPr/>
    </dgm:pt>
    <dgm:pt modelId="{9880C20D-A092-4666-A8C2-3B80DC6A9976}" type="pres">
      <dgm:prSet presAssocID="{E44F388D-3137-4900-AF19-4D0A7AE36572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D130D399-46E6-4082-8C15-97BAC234C7F4}" type="pres">
      <dgm:prSet presAssocID="{56AC1526-2FBF-4D89-86DC-3FE0DD522CC0}" presName="parTxOnlySpace" presStyleCnt="0"/>
      <dgm:spPr/>
    </dgm:pt>
    <dgm:pt modelId="{9471F067-88B3-4C47-8BAA-728649046D71}" type="pres">
      <dgm:prSet presAssocID="{4BA1914D-8E03-4487-AE20-AFFEE9E6666A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982AAA0D-2FC4-4B5E-ABA4-994984C0AF30}" type="presOf" srcId="{979FB70E-3912-49C2-87D8-2BA68C45A264}" destId="{5674CF68-893B-4FF1-8BFF-62A9D7735653}" srcOrd="0" destOrd="0" presId="urn:microsoft.com/office/officeart/2005/8/layout/chevron1"/>
    <dgm:cxn modelId="{35AEDA13-2E93-41B2-8550-120E56A3945D}" type="presOf" srcId="{DC6292B2-1B73-4651-834C-9C3409B477E4}" destId="{7D170430-1AEB-49AE-8936-44B7C7F5802A}" srcOrd="0" destOrd="0" presId="urn:microsoft.com/office/officeart/2005/8/layout/chevron1"/>
    <dgm:cxn modelId="{9A93B31F-A207-4A61-9B8E-52B4EEC840F3}" srcId="{3F9ACE0D-6996-4AEC-9068-89D058A3ECBE}" destId="{4BA1914D-8E03-4487-AE20-AFFEE9E6666A}" srcOrd="6" destOrd="0" parTransId="{DD1F3AB8-E653-432F-A4B0-77DDECEC0E1C}" sibTransId="{80086E89-3028-4719-A80D-4EB54884ECF4}"/>
    <dgm:cxn modelId="{2EEEFE5C-1689-4B77-A9DF-92692769E2C0}" srcId="{3F9ACE0D-6996-4AEC-9068-89D058A3ECBE}" destId="{E44F388D-3137-4900-AF19-4D0A7AE36572}" srcOrd="5" destOrd="0" parTransId="{3C7B7C59-C395-467D-BD9B-76024F8CEB74}" sibTransId="{56AC1526-2FBF-4D89-86DC-3FE0DD522CC0}"/>
    <dgm:cxn modelId="{EAB20F65-BBCC-4FEF-9A9A-81133D01DEA0}" type="presOf" srcId="{4BA1914D-8E03-4487-AE20-AFFEE9E6666A}" destId="{9471F067-88B3-4C47-8BAA-728649046D71}" srcOrd="0" destOrd="0" presId="urn:microsoft.com/office/officeart/2005/8/layout/chevron1"/>
    <dgm:cxn modelId="{36A06D66-7305-4F6D-B884-1CCD9DD8E8DA}" type="presOf" srcId="{E44F388D-3137-4900-AF19-4D0A7AE36572}" destId="{9880C20D-A092-4666-A8C2-3B80DC6A9976}" srcOrd="0" destOrd="0" presId="urn:microsoft.com/office/officeart/2005/8/layout/chevron1"/>
    <dgm:cxn modelId="{E0D6E86C-B128-4D35-A0FE-44BEB967567B}" srcId="{3F9ACE0D-6996-4AEC-9068-89D058A3ECBE}" destId="{A0EEECF7-BCF4-4F65-B4D6-5C27F1E45099}" srcOrd="3" destOrd="0" parTransId="{84C24F53-8F19-44B2-81A5-AA3EBD42EEA6}" sibTransId="{6907EC74-00B8-49D0-A420-46588C9D9FB0}"/>
    <dgm:cxn modelId="{14635C58-715A-4594-A917-B61436A9EC04}" type="presOf" srcId="{A0EEECF7-BCF4-4F65-B4D6-5C27F1E45099}" destId="{9B2FC699-101F-47EE-9B24-646DBA18FD59}" srcOrd="0" destOrd="0" presId="urn:microsoft.com/office/officeart/2005/8/layout/chevron1"/>
    <dgm:cxn modelId="{8E562F85-46E2-4F31-A049-EA1D73530D37}" type="presOf" srcId="{5ED93438-8572-4598-914E-CC22AEFC6259}" destId="{87E22F58-BF70-4D7A-AF8D-DF73475508FE}" srcOrd="0" destOrd="0" presId="urn:microsoft.com/office/officeart/2005/8/layout/chevron1"/>
    <dgm:cxn modelId="{A25A348C-B669-44EB-985C-3561A5A5F5C1}" srcId="{3F9ACE0D-6996-4AEC-9068-89D058A3ECBE}" destId="{979FB70E-3912-49C2-87D8-2BA68C45A264}" srcOrd="1" destOrd="0" parTransId="{C484B07D-F030-4FAB-85E3-5D9596DDE4EC}" sibTransId="{46FC879F-DFD8-4065-983A-55459B59C14C}"/>
    <dgm:cxn modelId="{89DE68CE-412C-49CC-9D6C-6FF8FE79ED20}" srcId="{3F9ACE0D-6996-4AEC-9068-89D058A3ECBE}" destId="{5ED93438-8572-4598-914E-CC22AEFC6259}" srcOrd="2" destOrd="0" parTransId="{3B9A2242-6D20-41E0-BAB8-38AE46FA519E}" sibTransId="{74D4CA35-23D5-49D9-8388-2E761AB4F4A0}"/>
    <dgm:cxn modelId="{BE4CD1D0-6352-4D3C-B4F8-87C0EDF15FAB}" type="presOf" srcId="{3F9ACE0D-6996-4AEC-9068-89D058A3ECBE}" destId="{1270C909-877B-41F9-9D0E-AC822D205472}" srcOrd="0" destOrd="0" presId="urn:microsoft.com/office/officeart/2005/8/layout/chevron1"/>
    <dgm:cxn modelId="{349442D6-E2B5-4BD1-880A-6AD4AC10D162}" type="presOf" srcId="{19C71607-3A4A-43BA-9F4C-FD81B25DB84B}" destId="{ACD51289-D6DF-440E-824D-ACC24F8DCCB6}" srcOrd="0" destOrd="0" presId="urn:microsoft.com/office/officeart/2005/8/layout/chevron1"/>
    <dgm:cxn modelId="{C7ED7DE2-B8BE-4B08-ABCE-7E93EB74A47F}" srcId="{3F9ACE0D-6996-4AEC-9068-89D058A3ECBE}" destId="{19C71607-3A4A-43BA-9F4C-FD81B25DB84B}" srcOrd="0" destOrd="0" parTransId="{2A0831A9-CB97-44E2-B3B4-E8BAE8A844D7}" sibTransId="{28B1D425-A847-4CDA-9D56-DE872B34F7A5}"/>
    <dgm:cxn modelId="{AA8CBEF3-ED1C-48B6-BC49-E0F2C322D56B}" srcId="{3F9ACE0D-6996-4AEC-9068-89D058A3ECBE}" destId="{DC6292B2-1B73-4651-834C-9C3409B477E4}" srcOrd="4" destOrd="0" parTransId="{1F7A1D9D-D15B-438C-996C-B61279D19ED1}" sibTransId="{45B3AF59-10AA-4B4B-B86A-AF355BF42797}"/>
    <dgm:cxn modelId="{5DF1881D-DAC4-4F02-A5FA-877E3774BE3C}" type="presParOf" srcId="{1270C909-877B-41F9-9D0E-AC822D205472}" destId="{ACD51289-D6DF-440E-824D-ACC24F8DCCB6}" srcOrd="0" destOrd="0" presId="urn:microsoft.com/office/officeart/2005/8/layout/chevron1"/>
    <dgm:cxn modelId="{64DC5372-431A-4E17-8C89-42309B8C6383}" type="presParOf" srcId="{1270C909-877B-41F9-9D0E-AC822D205472}" destId="{10F93A76-1BF2-4856-AC83-D7725D169036}" srcOrd="1" destOrd="0" presId="urn:microsoft.com/office/officeart/2005/8/layout/chevron1"/>
    <dgm:cxn modelId="{3806E953-1DCB-4D4E-836E-615147E0F6C4}" type="presParOf" srcId="{1270C909-877B-41F9-9D0E-AC822D205472}" destId="{5674CF68-893B-4FF1-8BFF-62A9D7735653}" srcOrd="2" destOrd="0" presId="urn:microsoft.com/office/officeart/2005/8/layout/chevron1"/>
    <dgm:cxn modelId="{F9A386D9-FEE0-403B-A62E-D1ADD9401CE4}" type="presParOf" srcId="{1270C909-877B-41F9-9D0E-AC822D205472}" destId="{00E6D061-0D6A-4EE6-B9E8-56C37AD72C7B}" srcOrd="3" destOrd="0" presId="urn:microsoft.com/office/officeart/2005/8/layout/chevron1"/>
    <dgm:cxn modelId="{DD5D6C9A-FAE2-4B11-9AC3-DC96A464A52A}" type="presParOf" srcId="{1270C909-877B-41F9-9D0E-AC822D205472}" destId="{87E22F58-BF70-4D7A-AF8D-DF73475508FE}" srcOrd="4" destOrd="0" presId="urn:microsoft.com/office/officeart/2005/8/layout/chevron1"/>
    <dgm:cxn modelId="{DCAD02FD-ECA7-4CB0-ACA0-127D37BBDAE1}" type="presParOf" srcId="{1270C909-877B-41F9-9D0E-AC822D205472}" destId="{DB3008E1-3099-4519-85A0-82024077BDE3}" srcOrd="5" destOrd="0" presId="urn:microsoft.com/office/officeart/2005/8/layout/chevron1"/>
    <dgm:cxn modelId="{9E208A70-2D75-47E4-8FA8-A4A5FEE85099}" type="presParOf" srcId="{1270C909-877B-41F9-9D0E-AC822D205472}" destId="{9B2FC699-101F-47EE-9B24-646DBA18FD59}" srcOrd="6" destOrd="0" presId="urn:microsoft.com/office/officeart/2005/8/layout/chevron1"/>
    <dgm:cxn modelId="{DF2CC819-7C7C-4A72-BF9F-9EC5BA417A5E}" type="presParOf" srcId="{1270C909-877B-41F9-9D0E-AC822D205472}" destId="{FDBEF75B-7EFE-4455-92AA-C9B4D10B151D}" srcOrd="7" destOrd="0" presId="urn:microsoft.com/office/officeart/2005/8/layout/chevron1"/>
    <dgm:cxn modelId="{4689ACBA-A33E-4567-86ED-9E5532B2B15C}" type="presParOf" srcId="{1270C909-877B-41F9-9D0E-AC822D205472}" destId="{7D170430-1AEB-49AE-8936-44B7C7F5802A}" srcOrd="8" destOrd="0" presId="urn:microsoft.com/office/officeart/2005/8/layout/chevron1"/>
    <dgm:cxn modelId="{CE6FEC68-2F91-49BA-AB62-D8198A346C03}" type="presParOf" srcId="{1270C909-877B-41F9-9D0E-AC822D205472}" destId="{843221C7-0524-4FDC-BA4F-5A8A16A622EA}" srcOrd="9" destOrd="0" presId="urn:microsoft.com/office/officeart/2005/8/layout/chevron1"/>
    <dgm:cxn modelId="{BEF7A3B6-B8FF-4EB4-8090-88D7980116A5}" type="presParOf" srcId="{1270C909-877B-41F9-9D0E-AC822D205472}" destId="{9880C20D-A092-4666-A8C2-3B80DC6A9976}" srcOrd="10" destOrd="0" presId="urn:microsoft.com/office/officeart/2005/8/layout/chevron1"/>
    <dgm:cxn modelId="{F6F3E1E6-8C13-42D3-97AE-019A521E4692}" type="presParOf" srcId="{1270C909-877B-41F9-9D0E-AC822D205472}" destId="{D130D399-46E6-4082-8C15-97BAC234C7F4}" srcOrd="11" destOrd="0" presId="urn:microsoft.com/office/officeart/2005/8/layout/chevron1"/>
    <dgm:cxn modelId="{4C605020-C7A0-4CFB-A1AE-E5AE398FF154}" type="presParOf" srcId="{1270C909-877B-41F9-9D0E-AC822D205472}" destId="{9471F067-88B3-4C47-8BAA-728649046D71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51289-D6DF-440E-824D-ACC24F8DCCB6}">
      <dsp:nvSpPr>
        <dsp:cNvPr id="0" name=""/>
        <dsp:cNvSpPr/>
      </dsp:nvSpPr>
      <dsp:spPr>
        <a:xfrm>
          <a:off x="0" y="557456"/>
          <a:ext cx="1500511" cy="6002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Raw Data </a:t>
          </a:r>
        </a:p>
      </dsp:txBody>
      <dsp:txXfrm>
        <a:off x="300102" y="557456"/>
        <a:ext cx="900307" cy="600204"/>
      </dsp:txXfrm>
    </dsp:sp>
    <dsp:sp modelId="{5674CF68-893B-4FF1-8BFF-62A9D7735653}">
      <dsp:nvSpPr>
        <dsp:cNvPr id="0" name=""/>
        <dsp:cNvSpPr/>
      </dsp:nvSpPr>
      <dsp:spPr>
        <a:xfrm>
          <a:off x="1350460" y="557456"/>
          <a:ext cx="1500511" cy="6002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Preprocessing &amp; Scaling </a:t>
          </a:r>
          <a:endParaRPr lang="en-US" sz="1100" kern="1200" dirty="0"/>
        </a:p>
      </dsp:txBody>
      <dsp:txXfrm>
        <a:off x="1650562" y="557456"/>
        <a:ext cx="900307" cy="600204"/>
      </dsp:txXfrm>
    </dsp:sp>
    <dsp:sp modelId="{87E22F58-BF70-4D7A-AF8D-DF73475508FE}">
      <dsp:nvSpPr>
        <dsp:cNvPr id="0" name=""/>
        <dsp:cNvSpPr/>
      </dsp:nvSpPr>
      <dsp:spPr>
        <a:xfrm>
          <a:off x="2700921" y="557456"/>
          <a:ext cx="1500511" cy="6002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Train LSTM Forecast Model </a:t>
          </a:r>
        </a:p>
      </dsp:txBody>
      <dsp:txXfrm>
        <a:off x="3001023" y="557456"/>
        <a:ext cx="900307" cy="600204"/>
      </dsp:txXfrm>
    </dsp:sp>
    <dsp:sp modelId="{9B2FC699-101F-47EE-9B24-646DBA18FD59}">
      <dsp:nvSpPr>
        <dsp:cNvPr id="0" name=""/>
        <dsp:cNvSpPr/>
      </dsp:nvSpPr>
      <dsp:spPr>
        <a:xfrm>
          <a:off x="4051381" y="557456"/>
          <a:ext cx="1500511" cy="6002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Predict Next 24 Hours </a:t>
          </a:r>
        </a:p>
      </dsp:txBody>
      <dsp:txXfrm>
        <a:off x="4351483" y="557456"/>
        <a:ext cx="900307" cy="600204"/>
      </dsp:txXfrm>
    </dsp:sp>
    <dsp:sp modelId="{7D170430-1AEB-49AE-8936-44B7C7F5802A}">
      <dsp:nvSpPr>
        <dsp:cNvPr id="0" name=""/>
        <dsp:cNvSpPr/>
      </dsp:nvSpPr>
      <dsp:spPr>
        <a:xfrm>
          <a:off x="5401842" y="557456"/>
          <a:ext cx="1500511" cy="6002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 MILP Optimization </a:t>
          </a:r>
        </a:p>
      </dsp:txBody>
      <dsp:txXfrm>
        <a:off x="5701944" y="557456"/>
        <a:ext cx="900307" cy="600204"/>
      </dsp:txXfrm>
    </dsp:sp>
    <dsp:sp modelId="{9880C20D-A092-4666-A8C2-3B80DC6A9976}">
      <dsp:nvSpPr>
        <dsp:cNvPr id="0" name=""/>
        <dsp:cNvSpPr/>
      </dsp:nvSpPr>
      <dsp:spPr>
        <a:xfrm>
          <a:off x="6752302" y="557456"/>
          <a:ext cx="1500511" cy="6002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 Generate Appliance Schedule </a:t>
          </a:r>
        </a:p>
      </dsp:txBody>
      <dsp:txXfrm>
        <a:off x="7052404" y="557456"/>
        <a:ext cx="900307" cy="600204"/>
      </dsp:txXfrm>
    </dsp:sp>
    <dsp:sp modelId="{9471F067-88B3-4C47-8BAA-728649046D71}">
      <dsp:nvSpPr>
        <dsp:cNvPr id="0" name=""/>
        <dsp:cNvSpPr/>
      </dsp:nvSpPr>
      <dsp:spPr>
        <a:xfrm>
          <a:off x="8102763" y="557456"/>
          <a:ext cx="1500511" cy="60020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Compute KPIs (Cost, Peak, Savings)</a:t>
          </a:r>
        </a:p>
      </dsp:txBody>
      <dsp:txXfrm>
        <a:off x="8402865" y="557456"/>
        <a:ext cx="900307" cy="6002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9FF0-C4E5-48F5-84F6-367E59482DA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0C7F5F3-CF35-4BAD-9AC2-4B612C7B8F0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720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9FF0-C4E5-48F5-84F6-367E59482DA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7F5F3-CF35-4BAD-9AC2-4B612C7B8F0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962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9FF0-C4E5-48F5-84F6-367E59482DA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7F5F3-CF35-4BAD-9AC2-4B612C7B8F0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49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9FF0-C4E5-48F5-84F6-367E59482DA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7F5F3-CF35-4BAD-9AC2-4B612C7B8F0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187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9FF0-C4E5-48F5-84F6-367E59482DA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7F5F3-CF35-4BAD-9AC2-4B612C7B8F0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151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9FF0-C4E5-48F5-84F6-367E59482DA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7F5F3-CF35-4BAD-9AC2-4B612C7B8F0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55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9FF0-C4E5-48F5-84F6-367E59482DA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7F5F3-CF35-4BAD-9AC2-4B612C7B8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9FF0-C4E5-48F5-84F6-367E59482DA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7F5F3-CF35-4BAD-9AC2-4B612C7B8F0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604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5B79FF0-C4E5-48F5-84F6-367E59482DA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7F5F3-CF35-4BAD-9AC2-4B612C7B8F0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84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9FF0-C4E5-48F5-84F6-367E59482DA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7F5F3-CF35-4BAD-9AC2-4B612C7B8F0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414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9FF0-C4E5-48F5-84F6-367E59482DA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7F5F3-CF35-4BAD-9AC2-4B612C7B8F0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36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79FF0-C4E5-48F5-84F6-367E59482DA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0C7F5F3-CF35-4BAD-9AC2-4B612C7B8F0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267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82BB4-7BCF-98BC-3547-C158EDD0B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Milestone 3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BC822-8B37-D70E-CECA-D85E7BB16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2561" y="3768064"/>
            <a:ext cx="5292293" cy="1698281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ts val="400"/>
              </a:spcBef>
              <a:defRPr sz="2000"/>
            </a:pPr>
            <a:r>
              <a:rPr lang="en-US" dirty="0"/>
              <a:t>Course: ENGR 413 | AI in Engineering | Fall 2025</a:t>
            </a:r>
          </a:p>
          <a:p>
            <a:pPr marL="0" indent="0" algn="ctr">
              <a:lnSpc>
                <a:spcPct val="90000"/>
              </a:lnSpc>
              <a:spcBef>
                <a:spcPts val="400"/>
              </a:spcBef>
              <a:buNone/>
              <a:defRPr sz="2000"/>
            </a:pPr>
            <a:r>
              <a:rPr lang="en-US" dirty="0"/>
              <a:t>Team Members: </a:t>
            </a:r>
          </a:p>
          <a:p>
            <a:pPr algn="ctr">
              <a:lnSpc>
                <a:spcPct val="90000"/>
              </a:lnSpc>
              <a:spcBef>
                <a:spcPts val="400"/>
              </a:spcBef>
              <a:defRPr sz="2000"/>
            </a:pPr>
            <a:r>
              <a:rPr lang="en-US" dirty="0"/>
              <a:t>Kavin Krishnakumar (924296929),</a:t>
            </a:r>
          </a:p>
          <a:p>
            <a:pPr algn="ctr">
              <a:lnSpc>
                <a:spcPct val="90000"/>
              </a:lnSpc>
              <a:spcBef>
                <a:spcPts val="400"/>
              </a:spcBef>
              <a:defRPr sz="2000"/>
            </a:pPr>
            <a:r>
              <a:rPr lang="en-US" dirty="0"/>
              <a:t> </a:t>
            </a:r>
            <a:r>
              <a:rPr lang="en-US" dirty="0" err="1"/>
              <a:t>Ratchagan</a:t>
            </a:r>
            <a:r>
              <a:rPr lang="en-US" dirty="0"/>
              <a:t> Pandiyan (924369976)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84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4F357-10F0-26D9-CC9A-BD7FAC1BE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(Real-World Motivation)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F1E03-EE74-9D11-ADDF-AFF1F8154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29" y="2015732"/>
            <a:ext cx="10891225" cy="3913430"/>
          </a:xfrm>
        </p:spPr>
        <p:txBody>
          <a:bodyPr>
            <a:normAutofit/>
          </a:bodyPr>
          <a:lstStyle/>
          <a:p>
            <a:r>
              <a:rPr lang="en-US" b="1" dirty="0"/>
              <a:t>The Need for Smart Energy Scheduling</a:t>
            </a:r>
          </a:p>
          <a:p>
            <a:r>
              <a:rPr lang="en-US" dirty="0"/>
              <a:t>Residential electricity demand is increasing due to EV charging, HVAC systems, and appliances.</a:t>
            </a:r>
          </a:p>
          <a:p>
            <a:r>
              <a:rPr lang="en-US" dirty="0"/>
              <a:t>Power utilities use </a:t>
            </a:r>
            <a:r>
              <a:rPr lang="en-US" b="1" dirty="0"/>
              <a:t>Time-of-Use (TOU)</a:t>
            </a:r>
            <a:r>
              <a:rPr lang="en-US" dirty="0"/>
              <a:t> pricing, where electricity costs vary by hour.</a:t>
            </a:r>
          </a:p>
          <a:p>
            <a:r>
              <a:rPr lang="en-US" dirty="0"/>
              <a:t>Households often operate appliances without considering price changes → </a:t>
            </a:r>
            <a:r>
              <a:rPr lang="en-US" b="1" dirty="0"/>
              <a:t>higher electricity bills</a:t>
            </a:r>
            <a:r>
              <a:rPr lang="en-US" dirty="0"/>
              <a:t>.</a:t>
            </a:r>
          </a:p>
          <a:p>
            <a:r>
              <a:rPr lang="en-US" dirty="0"/>
              <a:t>Manual scheduling is impractical because:</a:t>
            </a:r>
          </a:p>
          <a:p>
            <a:pPr lvl="1"/>
            <a:r>
              <a:rPr lang="en-US" dirty="0"/>
              <a:t>User habits vary.</a:t>
            </a:r>
          </a:p>
          <a:p>
            <a:pPr lvl="1"/>
            <a:r>
              <a:rPr lang="en-US" dirty="0"/>
              <a:t>Appliances have constraints (windows, durations, sequences).</a:t>
            </a:r>
          </a:p>
          <a:p>
            <a:pPr lvl="1"/>
            <a:r>
              <a:rPr lang="en-US" dirty="0"/>
              <a:t>Cost optimization depends on future load.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162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2EF24-0270-C089-5835-89813E2C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8DD25-2311-24E2-EDF0-CEB981142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55" y="2015732"/>
            <a:ext cx="10920100" cy="3894180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b="1" dirty="0"/>
              <a:t>Goal</a:t>
            </a:r>
          </a:p>
          <a:p>
            <a:r>
              <a:rPr lang="en-US" dirty="0"/>
              <a:t>Create an intelligent energy management system that:</a:t>
            </a:r>
          </a:p>
          <a:p>
            <a:r>
              <a:rPr lang="en-US" dirty="0"/>
              <a:t>Predicts household electricity demand.</a:t>
            </a:r>
          </a:p>
          <a:p>
            <a:r>
              <a:rPr lang="en-US" dirty="0"/>
              <a:t>Uses the prediction to optimally schedule appliances.</a:t>
            </a:r>
          </a:p>
          <a:p>
            <a:r>
              <a:rPr lang="en-US" dirty="0"/>
              <a:t>Minimizes electricity bills while satisfying real-world constraints.</a:t>
            </a:r>
          </a:p>
          <a:p>
            <a:pPr marL="0" indent="0">
              <a:buNone/>
            </a:pPr>
            <a:r>
              <a:rPr lang="en-US" b="1" dirty="0"/>
              <a:t>Why This Problem Matters</a:t>
            </a:r>
          </a:p>
          <a:p>
            <a:r>
              <a:rPr lang="en-US" dirty="0"/>
              <a:t>Reduces energy waste.</a:t>
            </a:r>
          </a:p>
          <a:p>
            <a:r>
              <a:rPr lang="en-US" dirty="0"/>
              <a:t>Saves cost under TOU pricing.</a:t>
            </a:r>
          </a:p>
          <a:p>
            <a:r>
              <a:rPr lang="en-US" dirty="0"/>
              <a:t>Prepares households for smart grid integration and demand response.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48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CCCF2-4FAB-D918-5429-8348B25F7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E6C5C-2FBA-D9DB-6C50-AAFA109EA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1" y="2015732"/>
            <a:ext cx="10871974" cy="4037749"/>
          </a:xfrm>
        </p:spPr>
        <p:txBody>
          <a:bodyPr numCol="2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Objectives</a:t>
            </a:r>
          </a:p>
          <a:p>
            <a:r>
              <a:rPr lang="en-US" dirty="0"/>
              <a:t>Build a forecasting model (LSTM) to predict the next 24 hours of aggregate power.</a:t>
            </a:r>
          </a:p>
          <a:p>
            <a:r>
              <a:rPr lang="en-US" dirty="0"/>
              <a:t>Develop a scheduling optimizer (MILP) that uses the forecast to minimize cost.</a:t>
            </a:r>
          </a:p>
          <a:p>
            <a:r>
              <a:rPr lang="en-US" dirty="0"/>
              <a:t>Include realistic constraints (power cap, precedence, allowed windows).</a:t>
            </a:r>
          </a:p>
          <a:p>
            <a:r>
              <a:rPr lang="en-US" dirty="0"/>
              <a:t>Evaluate savings, peak demand, and system feasibility.</a:t>
            </a:r>
          </a:p>
          <a:p>
            <a:pPr marL="0" indent="0">
              <a:buNone/>
            </a:pPr>
            <a:r>
              <a:rPr lang="en-US" b="1" dirty="0"/>
              <a:t>Scope</a:t>
            </a:r>
          </a:p>
          <a:p>
            <a:r>
              <a:rPr lang="en-US" dirty="0"/>
              <a:t>Dataset: UK-DALE House 1.</a:t>
            </a:r>
          </a:p>
          <a:p>
            <a:r>
              <a:rPr lang="en-US" dirty="0"/>
              <a:t>Appliances modeled: Washer, Dryer, EV Charging.</a:t>
            </a:r>
          </a:p>
          <a:p>
            <a:r>
              <a:rPr lang="en-US" dirty="0"/>
              <a:t>Scheduling horizon: 24 hours.</a:t>
            </a:r>
          </a:p>
          <a:p>
            <a:r>
              <a:rPr lang="en-US" dirty="0"/>
              <a:t>TOU tariff and user-defined constraints.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826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7FFC-E239-1FB3-0767-8077972E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&amp; 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C66C3-FA7F-ACE3-402F-B78A4046E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7" y="2015732"/>
            <a:ext cx="10987477" cy="4037749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Prior Literature Findings</a:t>
            </a:r>
          </a:p>
          <a:p>
            <a:r>
              <a:rPr lang="en-US" b="1" dirty="0"/>
              <a:t>LSTM networks</a:t>
            </a:r>
            <a:r>
              <a:rPr lang="en-US" dirty="0"/>
              <a:t> outperform classical models (ARIMA, linear regression) in electricity forecasting due to their ability to capture long-term dependencies.</a:t>
            </a:r>
          </a:p>
          <a:p>
            <a:r>
              <a:rPr lang="en-US" b="1" dirty="0"/>
              <a:t>Household scheduling research</a:t>
            </a:r>
            <a:r>
              <a:rPr lang="en-US" dirty="0"/>
              <a:t> typically uses:</a:t>
            </a:r>
          </a:p>
          <a:p>
            <a:pPr lvl="1"/>
            <a:r>
              <a:rPr lang="en-US" dirty="0"/>
              <a:t>Heuristics (shift to cheapest hour)</a:t>
            </a:r>
          </a:p>
          <a:p>
            <a:pPr lvl="1"/>
            <a:r>
              <a:rPr lang="en-US" dirty="0"/>
              <a:t>Genetic algorithms</a:t>
            </a:r>
          </a:p>
          <a:p>
            <a:pPr lvl="1"/>
            <a:r>
              <a:rPr lang="en-US" dirty="0"/>
              <a:t>Basic rule-based systems</a:t>
            </a:r>
            <a:br>
              <a:rPr lang="en-US" dirty="0"/>
            </a:br>
            <a:r>
              <a:rPr lang="en-US" dirty="0"/>
              <a:t>→ But these do </a:t>
            </a:r>
            <a:r>
              <a:rPr lang="en-US" b="1" dirty="0"/>
              <a:t>not</a:t>
            </a:r>
            <a:r>
              <a:rPr lang="en-US" dirty="0"/>
              <a:t> guarantee optimality.</a:t>
            </a:r>
          </a:p>
          <a:p>
            <a:pPr marL="0" indent="0">
              <a:buNone/>
            </a:pPr>
            <a:r>
              <a:rPr lang="en-US" b="1" dirty="0"/>
              <a:t>Gap</a:t>
            </a:r>
          </a:p>
          <a:p>
            <a:r>
              <a:rPr lang="en-US" dirty="0"/>
              <a:t>Few works directly combine </a:t>
            </a:r>
            <a:r>
              <a:rPr lang="en-US" b="1" dirty="0"/>
              <a:t>deep learning forecasts</a:t>
            </a:r>
            <a:r>
              <a:rPr lang="en-US" dirty="0"/>
              <a:t> with </a:t>
            </a:r>
            <a:r>
              <a:rPr lang="en-US" b="1" dirty="0"/>
              <a:t>MILP optimization</a:t>
            </a:r>
            <a:r>
              <a:rPr lang="en-US" dirty="0"/>
              <a:t> for a fully automated energy management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623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5C3F-27B2-EA12-4918-1316D785F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 (UK-DALE)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E8646-C09F-D20E-EB1E-F0054DCBE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03" y="1853754"/>
            <a:ext cx="10939351" cy="4037749"/>
          </a:xfrm>
        </p:spPr>
        <p:txBody>
          <a:bodyPr numCol="2">
            <a:normAutofit fontScale="32500" lnSpcReduction="20000"/>
          </a:bodyPr>
          <a:lstStyle/>
          <a:p>
            <a:r>
              <a:rPr lang="en-US" sz="6400" b="1" dirty="0"/>
              <a:t>Dataset Summary</a:t>
            </a:r>
          </a:p>
          <a:p>
            <a:r>
              <a:rPr lang="en-US" sz="6400" dirty="0"/>
              <a:t>Source: UK Domestic Appliance-Level Electricity dataset (public).</a:t>
            </a:r>
          </a:p>
          <a:p>
            <a:r>
              <a:rPr lang="en-US" sz="6400" dirty="0"/>
              <a:t>House 1: ~1-year worth of power data at 1-minute resolution.</a:t>
            </a:r>
          </a:p>
          <a:p>
            <a:r>
              <a:rPr lang="en-US" sz="6400" dirty="0"/>
              <a:t>Columns used:</a:t>
            </a:r>
          </a:p>
          <a:p>
            <a:pPr lvl="1"/>
            <a:r>
              <a:rPr lang="en-US" sz="5600" dirty="0"/>
              <a:t>timestamp</a:t>
            </a:r>
          </a:p>
          <a:p>
            <a:pPr lvl="1"/>
            <a:r>
              <a:rPr lang="en-US" sz="5600" dirty="0"/>
              <a:t>aggregate power (Watts)</a:t>
            </a:r>
          </a:p>
          <a:p>
            <a:r>
              <a:rPr lang="en-US" sz="6400" b="1" dirty="0"/>
              <a:t>Preprocessing</a:t>
            </a:r>
          </a:p>
          <a:p>
            <a:r>
              <a:rPr lang="en-US" sz="6400" dirty="0"/>
              <a:t>Converted timestamp → datetime.</a:t>
            </a:r>
          </a:p>
          <a:p>
            <a:r>
              <a:rPr lang="en-US" sz="6400" dirty="0"/>
              <a:t>Handled missing values by interpolation.</a:t>
            </a:r>
          </a:p>
          <a:p>
            <a:r>
              <a:rPr lang="en-US" sz="6400" dirty="0"/>
              <a:t>Converted Watts → kW for cost computation.</a:t>
            </a:r>
          </a:p>
          <a:p>
            <a:r>
              <a:rPr lang="en-US" sz="6400" dirty="0"/>
              <a:t>Extracted time features: </a:t>
            </a:r>
            <a:r>
              <a:rPr lang="en-US" sz="6400" b="1" dirty="0"/>
              <a:t>hour, day of week, month</a:t>
            </a:r>
            <a:r>
              <a:rPr lang="en-US" sz="6400" dirty="0"/>
              <a:t>.</a:t>
            </a:r>
          </a:p>
          <a:p>
            <a:r>
              <a:rPr lang="en-US" sz="6400" dirty="0"/>
              <a:t>Sorted chronologically.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24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A720-6AE2-A066-C433-5083E1AF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Splitting &amp;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90121-FCF0-E567-CD78-2ECE4748C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7" y="2015732"/>
            <a:ext cx="10987477" cy="4037749"/>
          </a:xfrm>
        </p:spPr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US" sz="4300" b="1" dirty="0"/>
              <a:t>Data Split</a:t>
            </a:r>
          </a:p>
          <a:p>
            <a:r>
              <a:rPr lang="en-US" sz="4300" dirty="0"/>
              <a:t>Train: </a:t>
            </a:r>
            <a:r>
              <a:rPr lang="en-US" sz="4300" b="1" dirty="0"/>
              <a:t>60%</a:t>
            </a:r>
            <a:endParaRPr lang="en-US" sz="4300" dirty="0"/>
          </a:p>
          <a:p>
            <a:r>
              <a:rPr lang="en-US" sz="4300" dirty="0"/>
              <a:t>Validation: </a:t>
            </a:r>
            <a:r>
              <a:rPr lang="en-US" sz="4300" b="1" dirty="0"/>
              <a:t>20%</a:t>
            </a:r>
            <a:endParaRPr lang="en-US" sz="4300" dirty="0"/>
          </a:p>
          <a:p>
            <a:r>
              <a:rPr lang="en-US" sz="4300" dirty="0"/>
              <a:t>Test: </a:t>
            </a:r>
            <a:r>
              <a:rPr lang="en-US" sz="4300" b="1" dirty="0"/>
              <a:t>20%</a:t>
            </a:r>
            <a:endParaRPr lang="en-US" sz="4300" dirty="0"/>
          </a:p>
          <a:p>
            <a:r>
              <a:rPr lang="en-US" sz="4300" dirty="0"/>
              <a:t>Split controlled by date indices.</a:t>
            </a:r>
          </a:p>
          <a:p>
            <a:pPr marL="0" indent="0">
              <a:buNone/>
            </a:pPr>
            <a:r>
              <a:rPr lang="en-US" sz="4300" b="1" dirty="0"/>
              <a:t>Scaling</a:t>
            </a:r>
          </a:p>
          <a:p>
            <a:r>
              <a:rPr lang="en-US" sz="4300" dirty="0" err="1"/>
              <a:t>StandardScaler</a:t>
            </a:r>
            <a:r>
              <a:rPr lang="en-US" sz="4300" dirty="0"/>
              <a:t> fitted </a:t>
            </a:r>
            <a:r>
              <a:rPr lang="en-US" sz="4300" b="1" dirty="0"/>
              <a:t>only on training</a:t>
            </a:r>
            <a:r>
              <a:rPr lang="en-US" sz="4300" dirty="0"/>
              <a:t> features.</a:t>
            </a:r>
          </a:p>
          <a:p>
            <a:r>
              <a:rPr lang="en-US" sz="4300" dirty="0"/>
              <a:t>Prevents data leakage.</a:t>
            </a:r>
          </a:p>
          <a:p>
            <a:r>
              <a:rPr lang="en-US" sz="4300" dirty="0"/>
              <a:t>Same scaler reused during inference.</a:t>
            </a:r>
          </a:p>
          <a:p>
            <a:pPr marL="0" indent="0">
              <a:buNone/>
            </a:pPr>
            <a:r>
              <a:rPr lang="en-US" sz="4300" b="1" dirty="0"/>
              <a:t>Artifacts Saved</a:t>
            </a:r>
          </a:p>
          <a:p>
            <a:r>
              <a:rPr lang="en-US" sz="4300" dirty="0" err="1"/>
              <a:t>scaler.pkl</a:t>
            </a:r>
            <a:endParaRPr lang="en-US" sz="4300" dirty="0"/>
          </a:p>
          <a:p>
            <a:r>
              <a:rPr lang="en-US" sz="4300" dirty="0"/>
              <a:t>train_idx.csv, val_idx.csv, test_idx.csv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55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4F4E-16D7-7F95-C636-85796B0AC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Pipeline (Workflow Diagram)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10C3DD4-1008-1E79-8754-F46405B47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6095583"/>
              </p:ext>
            </p:extLst>
          </p:nvPr>
        </p:nvGraphicFramePr>
        <p:xfrm>
          <a:off x="1450976" y="2016125"/>
          <a:ext cx="9603275" cy="1715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EC2829B-77E6-1234-AE35-1D4358F5EE1D}"/>
              </a:ext>
            </a:extLst>
          </p:cNvPr>
          <p:cNvSpPr txBox="1"/>
          <p:nvPr/>
        </p:nvSpPr>
        <p:spPr>
          <a:xfrm>
            <a:off x="1136650" y="3893614"/>
            <a:ext cx="8811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This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Splits forecasting and scheduling (modular).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Allows the scheduler to work with any demand prediction model.</a:t>
            </a:r>
          </a:p>
        </p:txBody>
      </p:sp>
    </p:spTree>
    <p:extLst>
      <p:ext uri="{BB962C8B-B14F-4D97-AF65-F5344CB8AC3E}">
        <p14:creationId xmlns:p14="http://schemas.microsoft.com/office/powerpoint/2010/main" val="1116317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85165-DE1D-5F96-C104-EA30483A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78480-51B3-BD31-1176-64FBE128E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79" y="2015732"/>
            <a:ext cx="10910475" cy="4037749"/>
          </a:xfrm>
        </p:spPr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/>
              <a:t>Model Details</a:t>
            </a:r>
          </a:p>
          <a:p>
            <a:r>
              <a:rPr lang="en-US" sz="2800" dirty="0"/>
              <a:t>Input window: </a:t>
            </a:r>
            <a:r>
              <a:rPr lang="en-US" sz="2800" b="1" dirty="0"/>
              <a:t>168 hours</a:t>
            </a:r>
            <a:r>
              <a:rPr lang="en-US" sz="2800" dirty="0"/>
              <a:t> (7 days).</a:t>
            </a:r>
          </a:p>
          <a:p>
            <a:r>
              <a:rPr lang="en-US" sz="2800" dirty="0"/>
              <a:t>Output horizon: </a:t>
            </a:r>
            <a:r>
              <a:rPr lang="en-US" sz="2800" b="1" dirty="0"/>
              <a:t>24 hours</a:t>
            </a:r>
            <a:r>
              <a:rPr lang="en-US" sz="2800" dirty="0"/>
              <a:t>.</a:t>
            </a:r>
          </a:p>
          <a:p>
            <a:r>
              <a:rPr lang="en-US" sz="2800" dirty="0"/>
              <a:t>Architecture:</a:t>
            </a:r>
          </a:p>
          <a:p>
            <a:pPr lvl="1"/>
            <a:r>
              <a:rPr lang="en-US" sz="2800" dirty="0"/>
              <a:t>1 × LSTM Layer (64 hidden units)</a:t>
            </a:r>
          </a:p>
          <a:p>
            <a:pPr lvl="1"/>
            <a:r>
              <a:rPr lang="en-US" sz="2800" dirty="0"/>
              <a:t>Dense layer → 24 outputs</a:t>
            </a:r>
          </a:p>
          <a:p>
            <a:r>
              <a:rPr lang="en-US" sz="2800" dirty="0"/>
              <a:t>Loss: MSE</a:t>
            </a:r>
          </a:p>
          <a:p>
            <a:r>
              <a:rPr lang="en-US" sz="2800" dirty="0"/>
              <a:t>Optimizer: Adam (</a:t>
            </a:r>
            <a:r>
              <a:rPr lang="en-US" sz="2800" dirty="0" err="1"/>
              <a:t>lr</a:t>
            </a:r>
            <a:r>
              <a:rPr lang="en-US" sz="2800" dirty="0"/>
              <a:t> = 0.001)</a:t>
            </a:r>
          </a:p>
          <a:p>
            <a:r>
              <a:rPr lang="en-US" sz="2800" dirty="0"/>
              <a:t>Batch size: 64</a:t>
            </a:r>
          </a:p>
          <a:p>
            <a:r>
              <a:rPr lang="en-US" sz="2800" dirty="0"/>
              <a:t>Epochs: 20</a:t>
            </a:r>
          </a:p>
          <a:p>
            <a:r>
              <a:rPr lang="en-US" sz="2800" dirty="0"/>
              <a:t>Framework: </a:t>
            </a:r>
            <a:r>
              <a:rPr lang="en-US" sz="2800" dirty="0" err="1"/>
              <a:t>PyTorch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Why LSTM?</a:t>
            </a:r>
          </a:p>
          <a:p>
            <a:r>
              <a:rPr lang="en-US" sz="2800" dirty="0"/>
              <a:t>Captures temporal patterns in daily energy usage.</a:t>
            </a:r>
          </a:p>
          <a:p>
            <a:r>
              <a:rPr lang="en-US" sz="2800" dirty="0"/>
              <a:t>Handles seasonality (weekday/weekend cycles).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412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B3BBF-B453-C82A-3E39-FC13A2F6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Directory Structure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695E1B-4AD5-8221-F022-A949AB7DF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12" y="2061845"/>
            <a:ext cx="2816979" cy="3448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50D1FA-2CD7-4BFF-3A86-51E64A13F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489" y="1990843"/>
            <a:ext cx="3248478" cy="37724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8B5EA3-F381-2F4F-4DC2-5091ED2EE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271" y="2061845"/>
            <a:ext cx="2924583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36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E0C06-234C-29A5-887C-2B7142AE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 Example (Model Output)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D1BD3-DED4-4735-8073-F09BAAD45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3" y="2015732"/>
            <a:ext cx="10958601" cy="40377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LSTM 24-h Prediction vs Actual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Interpretation</a:t>
            </a:r>
          </a:p>
          <a:p>
            <a:r>
              <a:rPr lang="en-US" dirty="0"/>
              <a:t>Forecast follows daily trend (morning peaks, evening spikes).</a:t>
            </a:r>
          </a:p>
          <a:p>
            <a:r>
              <a:rPr lang="en-US" dirty="0"/>
              <a:t>Acceptable error margin for scheduling tasks.</a:t>
            </a:r>
          </a:p>
          <a:p>
            <a:r>
              <a:rPr lang="en-US" dirty="0"/>
              <a:t>Good enough for downstream MILP optimization.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1DB695-81C1-AB2A-5077-CFB6F191A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706" y="2227702"/>
            <a:ext cx="3108588" cy="240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51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F25A8-BF5B-DB22-E59D-4ED0D6505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MILP Scheduler (Formulation)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87CB7-7307-9683-1585-1064C49FE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03" y="2015732"/>
            <a:ext cx="10977852" cy="4037749"/>
          </a:xfrm>
        </p:spPr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US" sz="2500" b="1" dirty="0"/>
              <a:t>Optimization Goal</a:t>
            </a:r>
          </a:p>
          <a:p>
            <a:r>
              <a:rPr lang="en-US" sz="2500" dirty="0"/>
              <a:t>Minimize:</a:t>
            </a:r>
          </a:p>
          <a:p>
            <a:r>
              <a:rPr lang="en-US" sz="2500" dirty="0"/>
              <a:t>Total Cost = </a:t>
            </a:r>
            <a:r>
              <a:rPr lang="el-GR" sz="2500" dirty="0"/>
              <a:t>Σ (</a:t>
            </a:r>
            <a:r>
              <a:rPr lang="en-US" sz="2500" dirty="0"/>
              <a:t>Price[h] × (</a:t>
            </a:r>
            <a:r>
              <a:rPr lang="en-US" sz="2500" dirty="0" err="1"/>
              <a:t>BaseLoad</a:t>
            </a:r>
            <a:r>
              <a:rPr lang="en-US" sz="2500" dirty="0"/>
              <a:t>[h] + </a:t>
            </a:r>
            <a:r>
              <a:rPr lang="en-US" sz="2500" dirty="0" err="1"/>
              <a:t>ApplianceLoad</a:t>
            </a:r>
            <a:r>
              <a:rPr lang="en-US" sz="2500" dirty="0"/>
              <a:t>[h]))</a:t>
            </a:r>
          </a:p>
          <a:p>
            <a:pPr marL="0" indent="0">
              <a:buNone/>
            </a:pPr>
            <a:r>
              <a:rPr lang="en-US" sz="2500" b="1" dirty="0"/>
              <a:t>Constraints</a:t>
            </a:r>
          </a:p>
          <a:p>
            <a:pPr marL="0" indent="0">
              <a:buNone/>
            </a:pPr>
            <a:r>
              <a:rPr lang="en-US" sz="2500" b="1" dirty="0"/>
              <a:t>Power Cap:</a:t>
            </a:r>
            <a:r>
              <a:rPr lang="en-US" sz="2500" dirty="0"/>
              <a:t> Total load ≤ 5 kW per hour.</a:t>
            </a:r>
          </a:p>
          <a:p>
            <a:pPr marL="0" indent="0">
              <a:buNone/>
            </a:pPr>
            <a:r>
              <a:rPr lang="en-US" sz="2500" b="1" dirty="0"/>
              <a:t>Precedence:</a:t>
            </a:r>
            <a:r>
              <a:rPr lang="en-US" sz="2500" dirty="0"/>
              <a:t> Washer must finish before Dryer.</a:t>
            </a:r>
          </a:p>
          <a:p>
            <a:pPr marL="0" indent="0">
              <a:buNone/>
            </a:pPr>
            <a:r>
              <a:rPr lang="en-US" sz="2500" b="1" dirty="0"/>
              <a:t>Allowed Windows:</a:t>
            </a:r>
            <a:endParaRPr lang="en-US" sz="2500" dirty="0"/>
          </a:p>
          <a:p>
            <a:pPr lvl="1"/>
            <a:r>
              <a:rPr lang="en-US" sz="2300" dirty="0"/>
              <a:t>EV → 0:00–08:00</a:t>
            </a:r>
          </a:p>
          <a:p>
            <a:pPr lvl="1"/>
            <a:r>
              <a:rPr lang="en-US" sz="2300" dirty="0"/>
              <a:t>Washer → 07:00–22:00</a:t>
            </a:r>
          </a:p>
          <a:p>
            <a:pPr lvl="1"/>
            <a:r>
              <a:rPr lang="en-US" sz="2300" dirty="0"/>
              <a:t>Dryer → 08:00–23:00</a:t>
            </a:r>
          </a:p>
          <a:p>
            <a:pPr marL="0" indent="0">
              <a:buNone/>
            </a:pPr>
            <a:r>
              <a:rPr lang="en-US" sz="2500" b="1" dirty="0"/>
              <a:t>Duration:</a:t>
            </a:r>
            <a:endParaRPr lang="en-US" sz="2500" dirty="0"/>
          </a:p>
          <a:p>
            <a:pPr lvl="1"/>
            <a:r>
              <a:rPr lang="en-US" sz="2300" dirty="0"/>
              <a:t>EV needs 4 hours</a:t>
            </a:r>
          </a:p>
          <a:p>
            <a:pPr lvl="1"/>
            <a:r>
              <a:rPr lang="en-US" sz="2300" dirty="0"/>
              <a:t>Washer 1 hour</a:t>
            </a:r>
          </a:p>
          <a:p>
            <a:pPr lvl="1"/>
            <a:r>
              <a:rPr lang="en-US" sz="2300" dirty="0"/>
              <a:t>Dryer 1 hour</a:t>
            </a:r>
          </a:p>
          <a:p>
            <a:pPr marL="0" indent="0">
              <a:buNone/>
            </a:pPr>
            <a:r>
              <a:rPr lang="en-US" sz="2500" b="1" dirty="0"/>
              <a:t>Why MILP?</a:t>
            </a:r>
          </a:p>
          <a:p>
            <a:r>
              <a:rPr lang="en-US" sz="2500" dirty="0"/>
              <a:t>Guarantees optimal solution.</a:t>
            </a:r>
          </a:p>
          <a:p>
            <a:r>
              <a:rPr lang="en-US" sz="2500" dirty="0"/>
              <a:t>Transparent constraint modeling.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470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9C3AF-65BD-EAC2-1D96-1666BA580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Optimized Schedule (Gantt Chart)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F47F5-348E-34BC-5944-BD229C080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the Gantt Chart Shows</a:t>
            </a:r>
          </a:p>
          <a:p>
            <a:r>
              <a:rPr lang="en-US" dirty="0"/>
              <a:t>EV charging shifted to cheapest off-peak hours.</a:t>
            </a:r>
          </a:p>
          <a:p>
            <a:r>
              <a:rPr lang="en-US" dirty="0"/>
              <a:t>Washer scheduled early evening.</a:t>
            </a:r>
          </a:p>
          <a:p>
            <a:r>
              <a:rPr lang="en-US" dirty="0"/>
              <a:t>Dryer starts only after Washer finishes (precedence satisfied).</a:t>
            </a:r>
          </a:p>
          <a:p>
            <a:r>
              <a:rPr lang="en-US" dirty="0"/>
              <a:t>All operations kept under 5 kW cap.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5DFFB-9A56-CA76-8B95-B00841346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44" y="1935470"/>
            <a:ext cx="4109641" cy="169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130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C2E2-4CE6-E77F-4009-D8723CB5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Comparison (Charts &amp; Table)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04017-BFDF-7C4A-CF32-97C6725D3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69" y="2015732"/>
            <a:ext cx="10993485" cy="403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Results</a:t>
            </a:r>
          </a:p>
          <a:p>
            <a:r>
              <a:rPr lang="en-US" b="1" dirty="0"/>
              <a:t>Naive cost:</a:t>
            </a:r>
            <a:r>
              <a:rPr lang="en-US" dirty="0"/>
              <a:t> $2.80</a:t>
            </a:r>
          </a:p>
          <a:p>
            <a:r>
              <a:rPr lang="en-US" b="1" dirty="0"/>
              <a:t>MILP cost:</a:t>
            </a:r>
            <a:r>
              <a:rPr lang="en-US" dirty="0"/>
              <a:t> $2.67</a:t>
            </a:r>
          </a:p>
          <a:p>
            <a:r>
              <a:rPr lang="en-US" b="1" dirty="0"/>
              <a:t>Savings:</a:t>
            </a:r>
            <a:r>
              <a:rPr lang="en-US" dirty="0"/>
              <a:t> </a:t>
            </a:r>
            <a:r>
              <a:rPr lang="en-US" b="1" dirty="0"/>
              <a:t>$0.132 (≈ 5%)</a:t>
            </a:r>
            <a:endParaRPr lang="en-US" dirty="0"/>
          </a:p>
          <a:p>
            <a:r>
              <a:rPr lang="en-US" b="1" dirty="0"/>
              <a:t>Peak demand:</a:t>
            </a:r>
            <a:r>
              <a:rPr lang="en-US" dirty="0"/>
              <a:t> unchanged (within limit)</a:t>
            </a:r>
          </a:p>
          <a:p>
            <a:r>
              <a:rPr lang="en-US" b="1" dirty="0"/>
              <a:t>Constraints:</a:t>
            </a:r>
            <a:r>
              <a:rPr lang="en-US" dirty="0"/>
              <a:t> fully satisfied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3A9F4-38AF-AD82-CFF0-9FED0E1B5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53" b="12439"/>
          <a:stretch>
            <a:fillRect/>
          </a:stretch>
        </p:blipFill>
        <p:spPr>
          <a:xfrm>
            <a:off x="5558111" y="4034606"/>
            <a:ext cx="2971372" cy="1477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885E85-BD41-AF48-E177-B1DCD876E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102" y="2015732"/>
            <a:ext cx="2233999" cy="17829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6D698E-345D-7D28-7EF7-6C98A3C391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068" y="2015732"/>
            <a:ext cx="2494227" cy="199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87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F6ED8-C2BF-2D67-F015-C5BD53B64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10D07-412F-408A-5F1E-E9B1269CE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95" y="2015732"/>
            <a:ext cx="11005759" cy="40377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Findings</a:t>
            </a:r>
          </a:p>
          <a:p>
            <a:r>
              <a:rPr lang="en-US" dirty="0"/>
              <a:t>LSTM effectively predicts daily shape of demand.</a:t>
            </a:r>
          </a:p>
          <a:p>
            <a:r>
              <a:rPr lang="en-US" dirty="0"/>
              <a:t>MILP optimizer enforces realistic constraints and shifts large loads to cheaper hours.</a:t>
            </a:r>
          </a:p>
          <a:p>
            <a:r>
              <a:rPr lang="en-US" dirty="0"/>
              <a:t>Demonstrated measurable cost savings.</a:t>
            </a:r>
          </a:p>
          <a:p>
            <a:pPr marL="0" indent="0">
              <a:buNone/>
            </a:pPr>
            <a:r>
              <a:rPr lang="en-US" b="1" dirty="0"/>
              <a:t>Limitations</a:t>
            </a:r>
          </a:p>
          <a:p>
            <a:r>
              <a:rPr lang="en-US" dirty="0"/>
              <a:t>Dataset from a </a:t>
            </a:r>
            <a:r>
              <a:rPr lang="en-US" b="1" dirty="0"/>
              <a:t>single household</a:t>
            </a:r>
            <a:r>
              <a:rPr lang="en-US" dirty="0"/>
              <a:t> (House 1 only).</a:t>
            </a:r>
          </a:p>
          <a:p>
            <a:r>
              <a:rPr lang="en-US" dirty="0"/>
              <a:t>LSTM could be improved with rolling statistics.</a:t>
            </a:r>
          </a:p>
          <a:p>
            <a:r>
              <a:rPr lang="en-US" dirty="0"/>
              <a:t>Savings depend heavily on TOU price spread.</a:t>
            </a:r>
          </a:p>
          <a:p>
            <a:r>
              <a:rPr lang="en-US" dirty="0"/>
              <a:t>No renewable energy integration (solar PV).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928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8DF3-383E-4A94-523A-454ED8AC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DC059-2AB4-A47B-0C67-15A77213E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9" y="2015732"/>
            <a:ext cx="11011896" cy="403774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Contributions</a:t>
            </a:r>
          </a:p>
          <a:p>
            <a:r>
              <a:rPr lang="en-US" dirty="0"/>
              <a:t>Built a complete AI pipeline: </a:t>
            </a:r>
            <a:r>
              <a:rPr lang="en-US" b="1" dirty="0"/>
              <a:t>forecast → optimize → evaluate</a:t>
            </a:r>
            <a:r>
              <a:rPr lang="en-US" dirty="0"/>
              <a:t>.</a:t>
            </a:r>
          </a:p>
          <a:p>
            <a:r>
              <a:rPr lang="en-US" dirty="0"/>
              <a:t>Implemented LSTM + MILP for smart home energy management.</a:t>
            </a:r>
          </a:p>
          <a:p>
            <a:r>
              <a:rPr lang="en-US" dirty="0"/>
              <a:t>Showed real cost savings and power-limit compliance.</a:t>
            </a:r>
          </a:p>
          <a:p>
            <a:r>
              <a:rPr lang="en-US" dirty="0"/>
              <a:t>Reproducible via scripts and artifacts.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146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ED928-9696-94B2-73B5-789A295D5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E9C2C-4829-0EB4-792D-693ADAEDE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43" y="2015732"/>
            <a:ext cx="10981211" cy="403774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Next Steps</a:t>
            </a:r>
          </a:p>
          <a:p>
            <a:r>
              <a:rPr lang="en-US" dirty="0"/>
              <a:t>Add rolling mean, lag-24, and anomaly features.</a:t>
            </a:r>
          </a:p>
          <a:p>
            <a:r>
              <a:rPr lang="en-US" dirty="0"/>
              <a:t>Evaluate multiple households and compare accuracy.</a:t>
            </a:r>
          </a:p>
          <a:p>
            <a:r>
              <a:rPr lang="en-US" dirty="0"/>
              <a:t>Simulate different tariff models (flat, real-time prices).</a:t>
            </a:r>
          </a:p>
          <a:p>
            <a:r>
              <a:rPr lang="en-US" dirty="0"/>
              <a:t>Add solar generation and storage (battery).</a:t>
            </a:r>
          </a:p>
          <a:p>
            <a:r>
              <a:rPr lang="en-US" dirty="0"/>
              <a:t>Deploy interactive dashboard (</a:t>
            </a:r>
            <a:r>
              <a:rPr lang="en-US" dirty="0" err="1"/>
              <a:t>Streamlit</a:t>
            </a:r>
            <a:r>
              <a:rPr lang="en-US" dirty="0"/>
              <a:t> or Dash).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444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AC556-E774-993C-ED58-D185F6C4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653" y="2915231"/>
            <a:ext cx="1486693" cy="1027537"/>
          </a:xfrm>
        </p:spPr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98812729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65</TotalTime>
  <Words>961</Words>
  <Application>Microsoft Office PowerPoint</Application>
  <PresentationFormat>Widescreen</PresentationFormat>
  <Paragraphs>162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Gallery</vt:lpstr>
      <vt:lpstr>Project Milestone 3 Presentation</vt:lpstr>
      <vt:lpstr>Introduction (Real-World Motivation)</vt:lpstr>
      <vt:lpstr>Problem Definition</vt:lpstr>
      <vt:lpstr>Project Objectives &amp; Scope</vt:lpstr>
      <vt:lpstr>Background &amp; Related Work</vt:lpstr>
      <vt:lpstr>Dataset Description (UK-DALE) </vt:lpstr>
      <vt:lpstr>Data Splitting &amp; Normalization</vt:lpstr>
      <vt:lpstr>System Pipeline (Workflow Diagram)</vt:lpstr>
      <vt:lpstr>LSTM Model Architecture</vt:lpstr>
      <vt:lpstr>Project Directory Structure</vt:lpstr>
      <vt:lpstr>Forecast Example (Model Output)</vt:lpstr>
      <vt:lpstr>MILP Scheduler (Formulation)</vt:lpstr>
      <vt:lpstr>Optimized Schedule (Gantt Chart)</vt:lpstr>
      <vt:lpstr>KPI Comparison (Charts &amp; Table)</vt:lpstr>
      <vt:lpstr>Discussion &amp; Limitations</vt:lpstr>
      <vt:lpstr>Conclusion</vt:lpstr>
      <vt:lpstr>Future Work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 K</dc:creator>
  <cp:lastModifiedBy>Kavin K</cp:lastModifiedBy>
  <cp:revision>2</cp:revision>
  <dcterms:created xsi:type="dcterms:W3CDTF">2025-11-22T22:45:12Z</dcterms:created>
  <dcterms:modified xsi:type="dcterms:W3CDTF">2025-12-03T23:39:51Z</dcterms:modified>
</cp:coreProperties>
</file>